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480" r:id="rId3"/>
    <p:sldId id="258" r:id="rId4"/>
    <p:sldId id="550" r:id="rId5"/>
    <p:sldId id="549" r:id="rId6"/>
    <p:sldId id="481" r:id="rId7"/>
    <p:sldId id="551" r:id="rId8"/>
    <p:sldId id="496" r:id="rId9"/>
    <p:sldId id="507" r:id="rId10"/>
    <p:sldId id="509" r:id="rId11"/>
    <p:sldId id="510" r:id="rId12"/>
    <p:sldId id="511" r:id="rId13"/>
    <p:sldId id="512" r:id="rId14"/>
    <p:sldId id="513" r:id="rId15"/>
    <p:sldId id="515" r:id="rId16"/>
    <p:sldId id="516" r:id="rId17"/>
    <p:sldId id="517" r:id="rId18"/>
    <p:sldId id="518" r:id="rId19"/>
    <p:sldId id="519" r:id="rId20"/>
    <p:sldId id="500" r:id="rId21"/>
    <p:sldId id="498" r:id="rId22"/>
    <p:sldId id="499" r:id="rId23"/>
    <p:sldId id="502" r:id="rId24"/>
    <p:sldId id="503" r:id="rId25"/>
    <p:sldId id="504" r:id="rId26"/>
    <p:sldId id="552" r:id="rId27"/>
    <p:sldId id="553" r:id="rId28"/>
    <p:sldId id="554" r:id="rId29"/>
    <p:sldId id="273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C566FED-2A85-4416-92B6-F5466FAE34D0}" v="57" dt="2024-01-05T16:29:25.3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862" autoAdjust="0"/>
    <p:restoredTop sz="96327"/>
  </p:normalViewPr>
  <p:slideViewPr>
    <p:cSldViewPr snapToGrid="0">
      <p:cViewPr varScale="1">
        <p:scale>
          <a:sx n="148" d="100"/>
          <a:sy n="148" d="100"/>
        </p:scale>
        <p:origin x="-132" y="126"/>
      </p:cViewPr>
      <p:guideLst/>
    </p:cSldViewPr>
  </p:slideViewPr>
  <p:outlineViewPr>
    <p:cViewPr>
      <p:scale>
        <a:sx n="30" d="100"/>
        <a:sy n="3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hard Mccreadie" userId="c13d50ac-4dc6-4047-9f21-b8d7aba70793" providerId="ADAL" clId="{DC566FED-2A85-4416-92B6-F5466FAE34D0}"/>
    <pc:docChg chg="undo custSel addSld delSld modSld sldOrd">
      <pc:chgData name="Richard Mccreadie" userId="c13d50ac-4dc6-4047-9f21-b8d7aba70793" providerId="ADAL" clId="{DC566FED-2A85-4416-92B6-F5466FAE34D0}" dt="2024-01-10T10:37:43.692" v="250" actId="20577"/>
      <pc:docMkLst>
        <pc:docMk/>
      </pc:docMkLst>
      <pc:sldChg chg="del">
        <pc:chgData name="Richard Mccreadie" userId="c13d50ac-4dc6-4047-9f21-b8d7aba70793" providerId="ADAL" clId="{DC566FED-2A85-4416-92B6-F5466FAE34D0}" dt="2024-01-05T16:11:09.629" v="14" actId="47"/>
        <pc:sldMkLst>
          <pc:docMk/>
          <pc:sldMk cId="1452445836" sldId="260"/>
        </pc:sldMkLst>
      </pc:sldChg>
      <pc:sldChg chg="delSp modSp mod">
        <pc:chgData name="Richard Mccreadie" userId="c13d50ac-4dc6-4047-9f21-b8d7aba70793" providerId="ADAL" clId="{DC566FED-2A85-4416-92B6-F5466FAE34D0}" dt="2024-01-05T16:13:41.310" v="52" actId="113"/>
        <pc:sldMkLst>
          <pc:docMk/>
          <pc:sldMk cId="2030549620" sldId="481"/>
        </pc:sldMkLst>
        <pc:spChg chg="mod">
          <ac:chgData name="Richard Mccreadie" userId="c13d50ac-4dc6-4047-9f21-b8d7aba70793" providerId="ADAL" clId="{DC566FED-2A85-4416-92B6-F5466FAE34D0}" dt="2024-01-05T16:13:41.310" v="52" actId="113"/>
          <ac:spMkLst>
            <pc:docMk/>
            <pc:sldMk cId="2030549620" sldId="481"/>
            <ac:spMk id="3" creationId="{05D40E8E-3663-9484-6FB9-ED41BEBB9BF8}"/>
          </ac:spMkLst>
        </pc:spChg>
        <pc:picChg chg="del">
          <ac:chgData name="Richard Mccreadie" userId="c13d50ac-4dc6-4047-9f21-b8d7aba70793" providerId="ADAL" clId="{DC566FED-2A85-4416-92B6-F5466FAE34D0}" dt="2024-01-05T16:13:25.291" v="49" actId="478"/>
          <ac:picMkLst>
            <pc:docMk/>
            <pc:sldMk cId="2030549620" sldId="481"/>
            <ac:picMk id="5" creationId="{FC9DC3BF-964D-C4CE-743F-99192976823E}"/>
          </ac:picMkLst>
        </pc:picChg>
      </pc:sldChg>
      <pc:sldChg chg="del">
        <pc:chgData name="Richard Mccreadie" userId="c13d50ac-4dc6-4047-9f21-b8d7aba70793" providerId="ADAL" clId="{DC566FED-2A85-4416-92B6-F5466FAE34D0}" dt="2024-01-05T16:11:10.983" v="15" actId="47"/>
        <pc:sldMkLst>
          <pc:docMk/>
          <pc:sldMk cId="4201918930" sldId="482"/>
        </pc:sldMkLst>
      </pc:sldChg>
      <pc:sldChg chg="del">
        <pc:chgData name="Richard Mccreadie" userId="c13d50ac-4dc6-4047-9f21-b8d7aba70793" providerId="ADAL" clId="{DC566FED-2A85-4416-92B6-F5466FAE34D0}" dt="2024-01-05T16:15:27.492" v="74" actId="47"/>
        <pc:sldMkLst>
          <pc:docMk/>
          <pc:sldMk cId="3795556818" sldId="484"/>
        </pc:sldMkLst>
      </pc:sldChg>
      <pc:sldChg chg="add del">
        <pc:chgData name="Richard Mccreadie" userId="c13d50ac-4dc6-4047-9f21-b8d7aba70793" providerId="ADAL" clId="{DC566FED-2A85-4416-92B6-F5466FAE34D0}" dt="2024-01-05T16:29:29.560" v="214" actId="47"/>
        <pc:sldMkLst>
          <pc:docMk/>
          <pc:sldMk cId="1659327349" sldId="485"/>
        </pc:sldMkLst>
      </pc:sldChg>
      <pc:sldChg chg="add del">
        <pc:chgData name="Richard Mccreadie" userId="c13d50ac-4dc6-4047-9f21-b8d7aba70793" providerId="ADAL" clId="{DC566FED-2A85-4416-92B6-F5466FAE34D0}" dt="2024-01-05T16:29:29.560" v="214" actId="47"/>
        <pc:sldMkLst>
          <pc:docMk/>
          <pc:sldMk cId="1096907417" sldId="487"/>
        </pc:sldMkLst>
      </pc:sldChg>
      <pc:sldChg chg="add del">
        <pc:chgData name="Richard Mccreadie" userId="c13d50ac-4dc6-4047-9f21-b8d7aba70793" providerId="ADAL" clId="{DC566FED-2A85-4416-92B6-F5466FAE34D0}" dt="2024-01-05T16:29:29.560" v="214" actId="47"/>
        <pc:sldMkLst>
          <pc:docMk/>
          <pc:sldMk cId="1079326885" sldId="489"/>
        </pc:sldMkLst>
      </pc:sldChg>
      <pc:sldChg chg="add del">
        <pc:chgData name="Richard Mccreadie" userId="c13d50ac-4dc6-4047-9f21-b8d7aba70793" providerId="ADAL" clId="{DC566FED-2A85-4416-92B6-F5466FAE34D0}" dt="2024-01-05T16:29:29.560" v="214" actId="47"/>
        <pc:sldMkLst>
          <pc:docMk/>
          <pc:sldMk cId="3773750960" sldId="490"/>
        </pc:sldMkLst>
      </pc:sldChg>
      <pc:sldChg chg="add del">
        <pc:chgData name="Richard Mccreadie" userId="c13d50ac-4dc6-4047-9f21-b8d7aba70793" providerId="ADAL" clId="{DC566FED-2A85-4416-92B6-F5466FAE34D0}" dt="2024-01-05T16:29:29.560" v="214" actId="47"/>
        <pc:sldMkLst>
          <pc:docMk/>
          <pc:sldMk cId="335335128" sldId="491"/>
        </pc:sldMkLst>
      </pc:sldChg>
      <pc:sldChg chg="add del">
        <pc:chgData name="Richard Mccreadie" userId="c13d50ac-4dc6-4047-9f21-b8d7aba70793" providerId="ADAL" clId="{DC566FED-2A85-4416-92B6-F5466FAE34D0}" dt="2024-01-05T16:29:29.560" v="214" actId="47"/>
        <pc:sldMkLst>
          <pc:docMk/>
          <pc:sldMk cId="3000829149" sldId="492"/>
        </pc:sldMkLst>
      </pc:sldChg>
      <pc:sldChg chg="add del">
        <pc:chgData name="Richard Mccreadie" userId="c13d50ac-4dc6-4047-9f21-b8d7aba70793" providerId="ADAL" clId="{DC566FED-2A85-4416-92B6-F5466FAE34D0}" dt="2024-01-05T16:29:29.560" v="214" actId="47"/>
        <pc:sldMkLst>
          <pc:docMk/>
          <pc:sldMk cId="2806464905" sldId="493"/>
        </pc:sldMkLst>
      </pc:sldChg>
      <pc:sldChg chg="add del">
        <pc:chgData name="Richard Mccreadie" userId="c13d50ac-4dc6-4047-9f21-b8d7aba70793" providerId="ADAL" clId="{DC566FED-2A85-4416-92B6-F5466FAE34D0}" dt="2024-01-05T16:29:29.560" v="214" actId="47"/>
        <pc:sldMkLst>
          <pc:docMk/>
          <pc:sldMk cId="3118252190" sldId="494"/>
        </pc:sldMkLst>
      </pc:sldChg>
      <pc:sldChg chg="add del">
        <pc:chgData name="Richard Mccreadie" userId="c13d50ac-4dc6-4047-9f21-b8d7aba70793" providerId="ADAL" clId="{DC566FED-2A85-4416-92B6-F5466FAE34D0}" dt="2024-01-05T16:29:29.560" v="214" actId="47"/>
        <pc:sldMkLst>
          <pc:docMk/>
          <pc:sldMk cId="2878210178" sldId="495"/>
        </pc:sldMkLst>
      </pc:sldChg>
      <pc:sldChg chg="modSp mod">
        <pc:chgData name="Richard Mccreadie" userId="c13d50ac-4dc6-4047-9f21-b8d7aba70793" providerId="ADAL" clId="{DC566FED-2A85-4416-92B6-F5466FAE34D0}" dt="2024-01-05T16:31:42.358" v="226" actId="20577"/>
        <pc:sldMkLst>
          <pc:docMk/>
          <pc:sldMk cId="1552168026" sldId="498"/>
        </pc:sldMkLst>
        <pc:spChg chg="mod">
          <ac:chgData name="Richard Mccreadie" userId="c13d50ac-4dc6-4047-9f21-b8d7aba70793" providerId="ADAL" clId="{DC566FED-2A85-4416-92B6-F5466FAE34D0}" dt="2024-01-05T16:31:42.358" v="226" actId="20577"/>
          <ac:spMkLst>
            <pc:docMk/>
            <pc:sldMk cId="1552168026" sldId="498"/>
            <ac:spMk id="11" creationId="{69716F68-CB57-AA3B-6698-8AAD70F0D7D3}"/>
          </ac:spMkLst>
        </pc:spChg>
      </pc:sldChg>
      <pc:sldChg chg="modSp mod">
        <pc:chgData name="Richard Mccreadie" userId="c13d50ac-4dc6-4047-9f21-b8d7aba70793" providerId="ADAL" clId="{DC566FED-2A85-4416-92B6-F5466FAE34D0}" dt="2024-01-05T16:32:22.752" v="227" actId="20577"/>
        <pc:sldMkLst>
          <pc:docMk/>
          <pc:sldMk cId="956619289" sldId="499"/>
        </pc:sldMkLst>
        <pc:spChg chg="mod">
          <ac:chgData name="Richard Mccreadie" userId="c13d50ac-4dc6-4047-9f21-b8d7aba70793" providerId="ADAL" clId="{DC566FED-2A85-4416-92B6-F5466FAE34D0}" dt="2024-01-05T16:32:22.752" v="227" actId="20577"/>
          <ac:spMkLst>
            <pc:docMk/>
            <pc:sldMk cId="956619289" sldId="499"/>
            <ac:spMk id="11" creationId="{69716F68-CB57-AA3B-6698-8AAD70F0D7D3}"/>
          </ac:spMkLst>
        </pc:spChg>
      </pc:sldChg>
      <pc:sldChg chg="modSp mod">
        <pc:chgData name="Richard Mccreadie" userId="c13d50ac-4dc6-4047-9f21-b8d7aba70793" providerId="ADAL" clId="{DC566FED-2A85-4416-92B6-F5466FAE34D0}" dt="2024-01-10T10:37:33.602" v="247" actId="20577"/>
        <pc:sldMkLst>
          <pc:docMk/>
          <pc:sldMk cId="787151007" sldId="503"/>
        </pc:sldMkLst>
        <pc:spChg chg="mod">
          <ac:chgData name="Richard Mccreadie" userId="c13d50ac-4dc6-4047-9f21-b8d7aba70793" providerId="ADAL" clId="{DC566FED-2A85-4416-92B6-F5466FAE34D0}" dt="2024-01-10T10:37:33.602" v="247" actId="20577"/>
          <ac:spMkLst>
            <pc:docMk/>
            <pc:sldMk cId="787151007" sldId="503"/>
            <ac:spMk id="6" creationId="{83F2BE22-267A-3F7A-1B22-FB371085A7B6}"/>
          </ac:spMkLst>
        </pc:spChg>
      </pc:sldChg>
      <pc:sldChg chg="addSp delSp modSp mod">
        <pc:chgData name="Richard Mccreadie" userId="c13d50ac-4dc6-4047-9f21-b8d7aba70793" providerId="ADAL" clId="{DC566FED-2A85-4416-92B6-F5466FAE34D0}" dt="2024-01-10T10:37:43.692" v="250" actId="20577"/>
        <pc:sldMkLst>
          <pc:docMk/>
          <pc:sldMk cId="651676750" sldId="504"/>
        </pc:sldMkLst>
        <pc:spChg chg="mod">
          <ac:chgData name="Richard Mccreadie" userId="c13d50ac-4dc6-4047-9f21-b8d7aba70793" providerId="ADAL" clId="{DC566FED-2A85-4416-92B6-F5466FAE34D0}" dt="2024-01-10T10:37:43.692" v="250" actId="20577"/>
          <ac:spMkLst>
            <pc:docMk/>
            <pc:sldMk cId="651676750" sldId="504"/>
            <ac:spMk id="2" creationId="{64B0C312-48E3-2CBF-FA48-093460049CA5}"/>
          </ac:spMkLst>
        </pc:spChg>
        <pc:spChg chg="add del">
          <ac:chgData name="Richard Mccreadie" userId="c13d50ac-4dc6-4047-9f21-b8d7aba70793" providerId="ADAL" clId="{DC566FED-2A85-4416-92B6-F5466FAE34D0}" dt="2024-01-05T16:33:33.496" v="246" actId="478"/>
          <ac:spMkLst>
            <pc:docMk/>
            <pc:sldMk cId="651676750" sldId="504"/>
            <ac:spMk id="3" creationId="{4B6256C8-07EA-DBDF-275A-FF3E86D60166}"/>
          </ac:spMkLst>
        </pc:spChg>
        <pc:spChg chg="add del mod">
          <ac:chgData name="Richard Mccreadie" userId="c13d50ac-4dc6-4047-9f21-b8d7aba70793" providerId="ADAL" clId="{DC566FED-2A85-4416-92B6-F5466FAE34D0}" dt="2024-01-05T16:33:33.496" v="246" actId="478"/>
          <ac:spMkLst>
            <pc:docMk/>
            <pc:sldMk cId="651676750" sldId="504"/>
            <ac:spMk id="6" creationId="{764436D1-A4E5-E738-329B-EAA10D5081A7}"/>
          </ac:spMkLst>
        </pc:spChg>
      </pc:sldChg>
      <pc:sldChg chg="add">
        <pc:chgData name="Richard Mccreadie" userId="c13d50ac-4dc6-4047-9f21-b8d7aba70793" providerId="ADAL" clId="{DC566FED-2A85-4416-92B6-F5466FAE34D0}" dt="2024-01-05T16:10:24.595" v="0"/>
        <pc:sldMkLst>
          <pc:docMk/>
          <pc:sldMk cId="937095272" sldId="505"/>
        </pc:sldMkLst>
      </pc:sldChg>
      <pc:sldChg chg="delSp modSp add mod">
        <pc:chgData name="Richard Mccreadie" userId="c13d50ac-4dc6-4047-9f21-b8d7aba70793" providerId="ADAL" clId="{DC566FED-2A85-4416-92B6-F5466FAE34D0}" dt="2024-01-05T16:11:05.466" v="13" actId="478"/>
        <pc:sldMkLst>
          <pc:docMk/>
          <pc:sldMk cId="2984858539" sldId="506"/>
        </pc:sldMkLst>
        <pc:spChg chg="mod">
          <ac:chgData name="Richard Mccreadie" userId="c13d50ac-4dc6-4047-9f21-b8d7aba70793" providerId="ADAL" clId="{DC566FED-2A85-4416-92B6-F5466FAE34D0}" dt="2024-01-05T16:10:40.457" v="2"/>
          <ac:spMkLst>
            <pc:docMk/>
            <pc:sldMk cId="2984858539" sldId="506"/>
            <ac:spMk id="2" creationId="{0FD15A79-2E41-94DF-6C0C-7DC30F0FAB23}"/>
          </ac:spMkLst>
        </pc:spChg>
        <pc:spChg chg="del">
          <ac:chgData name="Richard Mccreadie" userId="c13d50ac-4dc6-4047-9f21-b8d7aba70793" providerId="ADAL" clId="{DC566FED-2A85-4416-92B6-F5466FAE34D0}" dt="2024-01-05T16:10:45.814" v="5" actId="478"/>
          <ac:spMkLst>
            <pc:docMk/>
            <pc:sldMk cId="2984858539" sldId="506"/>
            <ac:spMk id="159" creationId="{7B9CDFA2-1FAA-0E81-A56C-F6C1C8D442C2}"/>
          </ac:spMkLst>
        </pc:spChg>
        <pc:spChg chg="mod">
          <ac:chgData name="Richard Mccreadie" userId="c13d50ac-4dc6-4047-9f21-b8d7aba70793" providerId="ADAL" clId="{DC566FED-2A85-4416-92B6-F5466FAE34D0}" dt="2024-01-05T16:10:59.789" v="12" actId="14100"/>
          <ac:spMkLst>
            <pc:docMk/>
            <pc:sldMk cId="2984858539" sldId="506"/>
            <ac:spMk id="160" creationId="{0FC7F0D9-8038-FB1D-114D-670C72A1E2E6}"/>
          </ac:spMkLst>
        </pc:spChg>
        <pc:spChg chg="del">
          <ac:chgData name="Richard Mccreadie" userId="c13d50ac-4dc6-4047-9f21-b8d7aba70793" providerId="ADAL" clId="{DC566FED-2A85-4416-92B6-F5466FAE34D0}" dt="2024-01-05T16:10:43.075" v="3" actId="478"/>
          <ac:spMkLst>
            <pc:docMk/>
            <pc:sldMk cId="2984858539" sldId="506"/>
            <ac:spMk id="161" creationId="{2278881F-BF1B-A74C-CCAD-E92CDF390126}"/>
          </ac:spMkLst>
        </pc:spChg>
        <pc:spChg chg="del">
          <ac:chgData name="Richard Mccreadie" userId="c13d50ac-4dc6-4047-9f21-b8d7aba70793" providerId="ADAL" clId="{DC566FED-2A85-4416-92B6-F5466FAE34D0}" dt="2024-01-05T16:10:50.501" v="9" actId="478"/>
          <ac:spMkLst>
            <pc:docMk/>
            <pc:sldMk cId="2984858539" sldId="506"/>
            <ac:spMk id="162" creationId="{B90DC212-BF5B-B72A-8600-BE7402C48D53}"/>
          </ac:spMkLst>
        </pc:spChg>
        <pc:spChg chg="del">
          <ac:chgData name="Richard Mccreadie" userId="c13d50ac-4dc6-4047-9f21-b8d7aba70793" providerId="ADAL" clId="{DC566FED-2A85-4416-92B6-F5466FAE34D0}" dt="2024-01-05T16:10:47.790" v="7" actId="478"/>
          <ac:spMkLst>
            <pc:docMk/>
            <pc:sldMk cId="2984858539" sldId="506"/>
            <ac:spMk id="163" creationId="{A97D3062-99EF-DED3-B558-0861EB2619D5}"/>
          </ac:spMkLst>
        </pc:spChg>
        <pc:spChg chg="del">
          <ac:chgData name="Richard Mccreadie" userId="c13d50ac-4dc6-4047-9f21-b8d7aba70793" providerId="ADAL" clId="{DC566FED-2A85-4416-92B6-F5466FAE34D0}" dt="2024-01-05T16:10:46.894" v="6" actId="478"/>
          <ac:spMkLst>
            <pc:docMk/>
            <pc:sldMk cId="2984858539" sldId="506"/>
            <ac:spMk id="164" creationId="{D88CBCE5-7B54-D698-E70C-070CF844D43C}"/>
          </ac:spMkLst>
        </pc:spChg>
        <pc:spChg chg="del">
          <ac:chgData name="Richard Mccreadie" userId="c13d50ac-4dc6-4047-9f21-b8d7aba70793" providerId="ADAL" clId="{DC566FED-2A85-4416-92B6-F5466FAE34D0}" dt="2024-01-05T16:10:52.003" v="10" actId="478"/>
          <ac:spMkLst>
            <pc:docMk/>
            <pc:sldMk cId="2984858539" sldId="506"/>
            <ac:spMk id="165" creationId="{80878D61-ABA1-9074-329B-99E0AD8D8F9B}"/>
          </ac:spMkLst>
        </pc:spChg>
        <pc:spChg chg="del">
          <ac:chgData name="Richard Mccreadie" userId="c13d50ac-4dc6-4047-9f21-b8d7aba70793" providerId="ADAL" clId="{DC566FED-2A85-4416-92B6-F5466FAE34D0}" dt="2024-01-05T16:11:05.466" v="13" actId="478"/>
          <ac:spMkLst>
            <pc:docMk/>
            <pc:sldMk cId="2984858539" sldId="506"/>
            <ac:spMk id="166" creationId="{46BA9C99-D1E0-3DD2-494C-F772C8AD357B}"/>
          </ac:spMkLst>
        </pc:spChg>
        <pc:spChg chg="del">
          <ac:chgData name="Richard Mccreadie" userId="c13d50ac-4dc6-4047-9f21-b8d7aba70793" providerId="ADAL" clId="{DC566FED-2A85-4416-92B6-F5466FAE34D0}" dt="2024-01-05T16:10:44.179" v="4" actId="478"/>
          <ac:spMkLst>
            <pc:docMk/>
            <pc:sldMk cId="2984858539" sldId="506"/>
            <ac:spMk id="167" creationId="{87652A63-3ECB-4493-6BB1-8DA9F399927B}"/>
          </ac:spMkLst>
        </pc:spChg>
        <pc:spChg chg="del">
          <ac:chgData name="Richard Mccreadie" userId="c13d50ac-4dc6-4047-9f21-b8d7aba70793" providerId="ADAL" clId="{DC566FED-2A85-4416-92B6-F5466FAE34D0}" dt="2024-01-05T16:10:49.081" v="8" actId="478"/>
          <ac:spMkLst>
            <pc:docMk/>
            <pc:sldMk cId="2984858539" sldId="506"/>
            <ac:spMk id="168" creationId="{DDDF72CC-1E09-F407-CB3D-3BD1A508C669}"/>
          </ac:spMkLst>
        </pc:spChg>
      </pc:sldChg>
      <pc:sldChg chg="delSp modSp add mod">
        <pc:chgData name="Richard Mccreadie" userId="c13d50ac-4dc6-4047-9f21-b8d7aba70793" providerId="ADAL" clId="{DC566FED-2A85-4416-92B6-F5466FAE34D0}" dt="2024-01-05T16:29:43.612" v="215" actId="13822"/>
        <pc:sldMkLst>
          <pc:docMk/>
          <pc:sldMk cId="2979040895" sldId="507"/>
        </pc:sldMkLst>
        <pc:spChg chg="mod">
          <ac:chgData name="Richard Mccreadie" userId="c13d50ac-4dc6-4047-9f21-b8d7aba70793" providerId="ADAL" clId="{DC566FED-2A85-4416-92B6-F5466FAE34D0}" dt="2024-01-05T16:14:19.437" v="59" actId="20577"/>
          <ac:spMkLst>
            <pc:docMk/>
            <pc:sldMk cId="2979040895" sldId="507"/>
            <ac:spMk id="2" creationId="{0FD15A79-2E41-94DF-6C0C-7DC30F0FAB23}"/>
          </ac:spMkLst>
        </pc:spChg>
        <pc:spChg chg="mod">
          <ac:chgData name="Richard Mccreadie" userId="c13d50ac-4dc6-4047-9f21-b8d7aba70793" providerId="ADAL" clId="{DC566FED-2A85-4416-92B6-F5466FAE34D0}" dt="2024-01-05T16:29:43.612" v="215" actId="13822"/>
          <ac:spMkLst>
            <pc:docMk/>
            <pc:sldMk cId="2979040895" sldId="507"/>
            <ac:spMk id="18" creationId="{0CFD2747-D7E6-C927-57A3-34E9415E6B49}"/>
          </ac:spMkLst>
        </pc:spChg>
        <pc:spChg chg="mod">
          <ac:chgData name="Richard Mccreadie" userId="c13d50ac-4dc6-4047-9f21-b8d7aba70793" providerId="ADAL" clId="{DC566FED-2A85-4416-92B6-F5466FAE34D0}" dt="2024-01-05T16:29:43.612" v="215" actId="13822"/>
          <ac:spMkLst>
            <pc:docMk/>
            <pc:sldMk cId="2979040895" sldId="507"/>
            <ac:spMk id="19" creationId="{E244ACBA-47B8-97A7-AE04-FC6F58E2A765}"/>
          </ac:spMkLst>
        </pc:spChg>
        <pc:spChg chg="mod">
          <ac:chgData name="Richard Mccreadie" userId="c13d50ac-4dc6-4047-9f21-b8d7aba70793" providerId="ADAL" clId="{DC566FED-2A85-4416-92B6-F5466FAE34D0}" dt="2024-01-05T16:29:43.612" v="215" actId="13822"/>
          <ac:spMkLst>
            <pc:docMk/>
            <pc:sldMk cId="2979040895" sldId="507"/>
            <ac:spMk id="51" creationId="{5F22B519-DC02-DD90-C3D7-C4F6A9A767FB}"/>
          </ac:spMkLst>
        </pc:spChg>
        <pc:spChg chg="mod">
          <ac:chgData name="Richard Mccreadie" userId="c13d50ac-4dc6-4047-9f21-b8d7aba70793" providerId="ADAL" clId="{DC566FED-2A85-4416-92B6-F5466FAE34D0}" dt="2024-01-05T16:29:43.612" v="215" actId="13822"/>
          <ac:spMkLst>
            <pc:docMk/>
            <pc:sldMk cId="2979040895" sldId="507"/>
            <ac:spMk id="56" creationId="{81A5D8E5-A05B-C79F-B86F-603ED127FF32}"/>
          </ac:spMkLst>
        </pc:spChg>
        <pc:spChg chg="mod">
          <ac:chgData name="Richard Mccreadie" userId="c13d50ac-4dc6-4047-9f21-b8d7aba70793" providerId="ADAL" clId="{DC566FED-2A85-4416-92B6-F5466FAE34D0}" dt="2024-01-05T16:29:43.612" v="215" actId="13822"/>
          <ac:spMkLst>
            <pc:docMk/>
            <pc:sldMk cId="2979040895" sldId="507"/>
            <ac:spMk id="58" creationId="{5FAE15F7-7A6A-F246-62A8-BD6A04124BB1}"/>
          </ac:spMkLst>
        </pc:spChg>
        <pc:spChg chg="del">
          <ac:chgData name="Richard Mccreadie" userId="c13d50ac-4dc6-4047-9f21-b8d7aba70793" providerId="ADAL" clId="{DC566FED-2A85-4416-92B6-F5466FAE34D0}" dt="2024-01-05T16:15:08.355" v="68" actId="478"/>
          <ac:spMkLst>
            <pc:docMk/>
            <pc:sldMk cId="2979040895" sldId="507"/>
            <ac:spMk id="68" creationId="{D5005005-AF0D-7180-C2A3-5FF726525AA6}"/>
          </ac:spMkLst>
        </pc:spChg>
        <pc:spChg chg="del">
          <ac:chgData name="Richard Mccreadie" userId="c13d50ac-4dc6-4047-9f21-b8d7aba70793" providerId="ADAL" clId="{DC566FED-2A85-4416-92B6-F5466FAE34D0}" dt="2024-01-05T16:15:08.355" v="68" actId="478"/>
          <ac:spMkLst>
            <pc:docMk/>
            <pc:sldMk cId="2979040895" sldId="507"/>
            <ac:spMk id="69" creationId="{C9EB4661-7B6C-F590-0A1F-51BE1427C739}"/>
          </ac:spMkLst>
        </pc:spChg>
        <pc:spChg chg="del">
          <ac:chgData name="Richard Mccreadie" userId="c13d50ac-4dc6-4047-9f21-b8d7aba70793" providerId="ADAL" clId="{DC566FED-2A85-4416-92B6-F5466FAE34D0}" dt="2024-01-05T16:15:08.355" v="68" actId="478"/>
          <ac:spMkLst>
            <pc:docMk/>
            <pc:sldMk cId="2979040895" sldId="507"/>
            <ac:spMk id="70" creationId="{39A32919-ED46-40B5-48A2-C77770319FA9}"/>
          </ac:spMkLst>
        </pc:spChg>
        <pc:spChg chg="del">
          <ac:chgData name="Richard Mccreadie" userId="c13d50ac-4dc6-4047-9f21-b8d7aba70793" providerId="ADAL" clId="{DC566FED-2A85-4416-92B6-F5466FAE34D0}" dt="2024-01-05T16:15:08.355" v="68" actId="478"/>
          <ac:spMkLst>
            <pc:docMk/>
            <pc:sldMk cId="2979040895" sldId="507"/>
            <ac:spMk id="72" creationId="{B9905FC7-62F4-A7BB-6B13-B33ECB7666D4}"/>
          </ac:spMkLst>
        </pc:spChg>
        <pc:spChg chg="del">
          <ac:chgData name="Richard Mccreadie" userId="c13d50ac-4dc6-4047-9f21-b8d7aba70793" providerId="ADAL" clId="{DC566FED-2A85-4416-92B6-F5466FAE34D0}" dt="2024-01-05T16:15:08.355" v="68" actId="478"/>
          <ac:spMkLst>
            <pc:docMk/>
            <pc:sldMk cId="2979040895" sldId="507"/>
            <ac:spMk id="73" creationId="{71280C14-DF10-B402-B445-CAAB5C5C4FDC}"/>
          </ac:spMkLst>
        </pc:spChg>
        <pc:spChg chg="del">
          <ac:chgData name="Richard Mccreadie" userId="c13d50ac-4dc6-4047-9f21-b8d7aba70793" providerId="ADAL" clId="{DC566FED-2A85-4416-92B6-F5466FAE34D0}" dt="2024-01-05T16:15:08.355" v="68" actId="478"/>
          <ac:spMkLst>
            <pc:docMk/>
            <pc:sldMk cId="2979040895" sldId="507"/>
            <ac:spMk id="74" creationId="{8983D7C2-A16B-E159-B922-3AA498206875}"/>
          </ac:spMkLst>
        </pc:spChg>
        <pc:spChg chg="del">
          <ac:chgData name="Richard Mccreadie" userId="c13d50ac-4dc6-4047-9f21-b8d7aba70793" providerId="ADAL" clId="{DC566FED-2A85-4416-92B6-F5466FAE34D0}" dt="2024-01-05T16:15:08.355" v="68" actId="478"/>
          <ac:spMkLst>
            <pc:docMk/>
            <pc:sldMk cId="2979040895" sldId="507"/>
            <ac:spMk id="76" creationId="{CA415E42-8A0A-7AE1-F294-D1D904F6D4D7}"/>
          </ac:spMkLst>
        </pc:spChg>
        <pc:spChg chg="del">
          <ac:chgData name="Richard Mccreadie" userId="c13d50ac-4dc6-4047-9f21-b8d7aba70793" providerId="ADAL" clId="{DC566FED-2A85-4416-92B6-F5466FAE34D0}" dt="2024-01-05T16:15:08.355" v="68" actId="478"/>
          <ac:spMkLst>
            <pc:docMk/>
            <pc:sldMk cId="2979040895" sldId="507"/>
            <ac:spMk id="77" creationId="{DFB6B592-647A-BCF2-7618-0ED16EC30658}"/>
          </ac:spMkLst>
        </pc:spChg>
        <pc:spChg chg="del">
          <ac:chgData name="Richard Mccreadie" userId="c13d50ac-4dc6-4047-9f21-b8d7aba70793" providerId="ADAL" clId="{DC566FED-2A85-4416-92B6-F5466FAE34D0}" dt="2024-01-05T16:15:08.355" v="68" actId="478"/>
          <ac:spMkLst>
            <pc:docMk/>
            <pc:sldMk cId="2979040895" sldId="507"/>
            <ac:spMk id="78" creationId="{0BCCF891-B496-64B2-9305-D6C003FC5AEA}"/>
          </ac:spMkLst>
        </pc:spChg>
        <pc:spChg chg="del">
          <ac:chgData name="Richard Mccreadie" userId="c13d50ac-4dc6-4047-9f21-b8d7aba70793" providerId="ADAL" clId="{DC566FED-2A85-4416-92B6-F5466FAE34D0}" dt="2024-01-05T16:15:08.355" v="68" actId="478"/>
          <ac:spMkLst>
            <pc:docMk/>
            <pc:sldMk cId="2979040895" sldId="507"/>
            <ac:spMk id="80" creationId="{03071BF6-659F-2D82-88E4-E67780F385B8}"/>
          </ac:spMkLst>
        </pc:spChg>
        <pc:spChg chg="del">
          <ac:chgData name="Richard Mccreadie" userId="c13d50ac-4dc6-4047-9f21-b8d7aba70793" providerId="ADAL" clId="{DC566FED-2A85-4416-92B6-F5466FAE34D0}" dt="2024-01-05T16:15:08.355" v="68" actId="478"/>
          <ac:spMkLst>
            <pc:docMk/>
            <pc:sldMk cId="2979040895" sldId="507"/>
            <ac:spMk id="81" creationId="{A4B3E9A5-2281-8DDA-08EF-58C4A0AB4328}"/>
          </ac:spMkLst>
        </pc:spChg>
        <pc:spChg chg="del">
          <ac:chgData name="Richard Mccreadie" userId="c13d50ac-4dc6-4047-9f21-b8d7aba70793" providerId="ADAL" clId="{DC566FED-2A85-4416-92B6-F5466FAE34D0}" dt="2024-01-05T16:15:08.355" v="68" actId="478"/>
          <ac:spMkLst>
            <pc:docMk/>
            <pc:sldMk cId="2979040895" sldId="507"/>
            <ac:spMk id="82" creationId="{A3A4C057-E5D7-1148-926B-8FA214D8C40C}"/>
          </ac:spMkLst>
        </pc:spChg>
        <pc:spChg chg="del">
          <ac:chgData name="Richard Mccreadie" userId="c13d50ac-4dc6-4047-9f21-b8d7aba70793" providerId="ADAL" clId="{DC566FED-2A85-4416-92B6-F5466FAE34D0}" dt="2024-01-05T16:15:08.355" v="68" actId="478"/>
          <ac:spMkLst>
            <pc:docMk/>
            <pc:sldMk cId="2979040895" sldId="507"/>
            <ac:spMk id="84" creationId="{89F7F976-0F47-DC38-1E5B-8BE3DF372503}"/>
          </ac:spMkLst>
        </pc:spChg>
        <pc:spChg chg="del">
          <ac:chgData name="Richard Mccreadie" userId="c13d50ac-4dc6-4047-9f21-b8d7aba70793" providerId="ADAL" clId="{DC566FED-2A85-4416-92B6-F5466FAE34D0}" dt="2024-01-05T16:15:08.355" v="68" actId="478"/>
          <ac:spMkLst>
            <pc:docMk/>
            <pc:sldMk cId="2979040895" sldId="507"/>
            <ac:spMk id="85" creationId="{FF4C5BDF-AE72-9064-20CA-6A308519E4E6}"/>
          </ac:spMkLst>
        </pc:spChg>
        <pc:spChg chg="del">
          <ac:chgData name="Richard Mccreadie" userId="c13d50ac-4dc6-4047-9f21-b8d7aba70793" providerId="ADAL" clId="{DC566FED-2A85-4416-92B6-F5466FAE34D0}" dt="2024-01-05T16:15:13.565" v="71" actId="478"/>
          <ac:spMkLst>
            <pc:docMk/>
            <pc:sldMk cId="2979040895" sldId="507"/>
            <ac:spMk id="87" creationId="{10E15266-774A-0761-C092-59682B0DADC7}"/>
          </ac:spMkLst>
        </pc:spChg>
        <pc:spChg chg="del">
          <ac:chgData name="Richard Mccreadie" userId="c13d50ac-4dc6-4047-9f21-b8d7aba70793" providerId="ADAL" clId="{DC566FED-2A85-4416-92B6-F5466FAE34D0}" dt="2024-01-05T16:15:13.565" v="71" actId="478"/>
          <ac:spMkLst>
            <pc:docMk/>
            <pc:sldMk cId="2979040895" sldId="507"/>
            <ac:spMk id="88" creationId="{200591F1-88F5-2AF6-B243-6DBDBD4071EF}"/>
          </ac:spMkLst>
        </pc:spChg>
        <pc:spChg chg="del">
          <ac:chgData name="Richard Mccreadie" userId="c13d50ac-4dc6-4047-9f21-b8d7aba70793" providerId="ADAL" clId="{DC566FED-2A85-4416-92B6-F5466FAE34D0}" dt="2024-01-05T16:15:59.796" v="81" actId="478"/>
          <ac:spMkLst>
            <pc:docMk/>
            <pc:sldMk cId="2979040895" sldId="507"/>
            <ac:spMk id="115" creationId="{F0D63812-1D69-01AD-221D-D8CA94524419}"/>
          </ac:spMkLst>
        </pc:spChg>
        <pc:spChg chg="del">
          <ac:chgData name="Richard Mccreadie" userId="c13d50ac-4dc6-4047-9f21-b8d7aba70793" providerId="ADAL" clId="{DC566FED-2A85-4416-92B6-F5466FAE34D0}" dt="2024-01-05T16:15:59.796" v="81" actId="478"/>
          <ac:spMkLst>
            <pc:docMk/>
            <pc:sldMk cId="2979040895" sldId="507"/>
            <ac:spMk id="116" creationId="{8BB1D9FD-3FD0-349A-CDC1-76AAC61896C0}"/>
          </ac:spMkLst>
        </pc:spChg>
        <pc:spChg chg="del">
          <ac:chgData name="Richard Mccreadie" userId="c13d50ac-4dc6-4047-9f21-b8d7aba70793" providerId="ADAL" clId="{DC566FED-2A85-4416-92B6-F5466FAE34D0}" dt="2024-01-05T16:15:08.355" v="68" actId="478"/>
          <ac:spMkLst>
            <pc:docMk/>
            <pc:sldMk cId="2979040895" sldId="507"/>
            <ac:spMk id="121" creationId="{00BFE804-1118-3954-B5F0-7EF41D217776}"/>
          </ac:spMkLst>
        </pc:spChg>
        <pc:spChg chg="del">
          <ac:chgData name="Richard Mccreadie" userId="c13d50ac-4dc6-4047-9f21-b8d7aba70793" providerId="ADAL" clId="{DC566FED-2A85-4416-92B6-F5466FAE34D0}" dt="2024-01-05T16:15:08.355" v="68" actId="478"/>
          <ac:spMkLst>
            <pc:docMk/>
            <pc:sldMk cId="2979040895" sldId="507"/>
            <ac:spMk id="124" creationId="{E96DE8E8-A88A-5CF8-3218-4203F025B71F}"/>
          </ac:spMkLst>
        </pc:spChg>
        <pc:spChg chg="del">
          <ac:chgData name="Richard Mccreadie" userId="c13d50ac-4dc6-4047-9f21-b8d7aba70793" providerId="ADAL" clId="{DC566FED-2A85-4416-92B6-F5466FAE34D0}" dt="2024-01-05T16:15:08.355" v="68" actId="478"/>
          <ac:spMkLst>
            <pc:docMk/>
            <pc:sldMk cId="2979040895" sldId="507"/>
            <ac:spMk id="133" creationId="{8068D891-DE5C-9C24-3C72-CA1DEF986BEB}"/>
          </ac:spMkLst>
        </pc:spChg>
        <pc:spChg chg="del">
          <ac:chgData name="Richard Mccreadie" userId="c13d50ac-4dc6-4047-9f21-b8d7aba70793" providerId="ADAL" clId="{DC566FED-2A85-4416-92B6-F5466FAE34D0}" dt="2024-01-05T16:15:08.355" v="68" actId="478"/>
          <ac:spMkLst>
            <pc:docMk/>
            <pc:sldMk cId="2979040895" sldId="507"/>
            <ac:spMk id="139" creationId="{80234B1E-AB74-F2F5-36CD-8D7BF280FC9B}"/>
          </ac:spMkLst>
        </pc:spChg>
        <pc:spChg chg="del">
          <ac:chgData name="Richard Mccreadie" userId="c13d50ac-4dc6-4047-9f21-b8d7aba70793" providerId="ADAL" clId="{DC566FED-2A85-4416-92B6-F5466FAE34D0}" dt="2024-01-05T16:15:08.355" v="68" actId="478"/>
          <ac:spMkLst>
            <pc:docMk/>
            <pc:sldMk cId="2979040895" sldId="507"/>
            <ac:spMk id="142" creationId="{E178D050-244B-5F15-1557-AEE8EA17CB42}"/>
          </ac:spMkLst>
        </pc:spChg>
        <pc:spChg chg="del">
          <ac:chgData name="Richard Mccreadie" userId="c13d50ac-4dc6-4047-9f21-b8d7aba70793" providerId="ADAL" clId="{DC566FED-2A85-4416-92B6-F5466FAE34D0}" dt="2024-01-05T16:15:12.118" v="70" actId="478"/>
          <ac:spMkLst>
            <pc:docMk/>
            <pc:sldMk cId="2979040895" sldId="507"/>
            <ac:spMk id="145" creationId="{081AEFF0-CBE1-0549-5F52-C4B5F1EC95BE}"/>
          </ac:spMkLst>
        </pc:spChg>
        <pc:spChg chg="del">
          <ac:chgData name="Richard Mccreadie" userId="c13d50ac-4dc6-4047-9f21-b8d7aba70793" providerId="ADAL" clId="{DC566FED-2A85-4416-92B6-F5466FAE34D0}" dt="2024-01-05T16:15:08.355" v="68" actId="478"/>
          <ac:spMkLst>
            <pc:docMk/>
            <pc:sldMk cId="2979040895" sldId="507"/>
            <ac:spMk id="146" creationId="{92E63381-01F7-481A-8974-A60BAFEB7D43}"/>
          </ac:spMkLst>
        </pc:spChg>
        <pc:spChg chg="del">
          <ac:chgData name="Richard Mccreadie" userId="c13d50ac-4dc6-4047-9f21-b8d7aba70793" providerId="ADAL" clId="{DC566FED-2A85-4416-92B6-F5466FAE34D0}" dt="2024-01-05T16:15:08.355" v="68" actId="478"/>
          <ac:spMkLst>
            <pc:docMk/>
            <pc:sldMk cId="2979040895" sldId="507"/>
            <ac:spMk id="147" creationId="{C088C3E3-CFA8-6139-3E80-DE3167FF0023}"/>
          </ac:spMkLst>
        </pc:spChg>
        <pc:spChg chg="del">
          <ac:chgData name="Richard Mccreadie" userId="c13d50ac-4dc6-4047-9f21-b8d7aba70793" providerId="ADAL" clId="{DC566FED-2A85-4416-92B6-F5466FAE34D0}" dt="2024-01-05T16:15:08.355" v="68" actId="478"/>
          <ac:spMkLst>
            <pc:docMk/>
            <pc:sldMk cId="2979040895" sldId="507"/>
            <ac:spMk id="150" creationId="{D08BBEC1-56F3-B40E-A25F-F793C0A887F4}"/>
          </ac:spMkLst>
        </pc:spChg>
        <pc:spChg chg="del">
          <ac:chgData name="Richard Mccreadie" userId="c13d50ac-4dc6-4047-9f21-b8d7aba70793" providerId="ADAL" clId="{DC566FED-2A85-4416-92B6-F5466FAE34D0}" dt="2024-01-05T16:15:08.355" v="68" actId="478"/>
          <ac:spMkLst>
            <pc:docMk/>
            <pc:sldMk cId="2979040895" sldId="507"/>
            <ac:spMk id="152" creationId="{7CAD629A-300B-0148-7C17-D7B31FFCE7E2}"/>
          </ac:spMkLst>
        </pc:spChg>
        <pc:spChg chg="del">
          <ac:chgData name="Richard Mccreadie" userId="c13d50ac-4dc6-4047-9f21-b8d7aba70793" providerId="ADAL" clId="{DC566FED-2A85-4416-92B6-F5466FAE34D0}" dt="2024-01-05T16:15:13.565" v="71" actId="478"/>
          <ac:spMkLst>
            <pc:docMk/>
            <pc:sldMk cId="2979040895" sldId="507"/>
            <ac:spMk id="155" creationId="{106B9D82-C191-73D5-1A9E-18A71458202A}"/>
          </ac:spMkLst>
        </pc:spChg>
        <pc:spChg chg="del">
          <ac:chgData name="Richard Mccreadie" userId="c13d50ac-4dc6-4047-9f21-b8d7aba70793" providerId="ADAL" clId="{DC566FED-2A85-4416-92B6-F5466FAE34D0}" dt="2024-01-05T16:15:08.355" v="68" actId="478"/>
          <ac:spMkLst>
            <pc:docMk/>
            <pc:sldMk cId="2979040895" sldId="507"/>
            <ac:spMk id="157" creationId="{1E2F6535-974F-8419-8FBA-F38E81A8167F}"/>
          </ac:spMkLst>
        </pc:spChg>
        <pc:spChg chg="del mod">
          <ac:chgData name="Richard Mccreadie" userId="c13d50ac-4dc6-4047-9f21-b8d7aba70793" providerId="ADAL" clId="{DC566FED-2A85-4416-92B6-F5466FAE34D0}" dt="2024-01-05T16:18:25.378" v="103" actId="478"/>
          <ac:spMkLst>
            <pc:docMk/>
            <pc:sldMk cId="2979040895" sldId="507"/>
            <ac:spMk id="160" creationId="{0FC7F0D9-8038-FB1D-114D-670C72A1E2E6}"/>
          </ac:spMkLst>
        </pc:spChg>
        <pc:cxnChg chg="del mod">
          <ac:chgData name="Richard Mccreadie" userId="c13d50ac-4dc6-4047-9f21-b8d7aba70793" providerId="ADAL" clId="{DC566FED-2A85-4416-92B6-F5466FAE34D0}" dt="2024-01-05T16:15:12.118" v="70" actId="478"/>
          <ac:cxnSpMkLst>
            <pc:docMk/>
            <pc:sldMk cId="2979040895" sldId="507"/>
            <ac:cxnSpMk id="65" creationId="{F1884DC7-5858-CDFD-275A-47F0496FA977}"/>
          </ac:cxnSpMkLst>
        </pc:cxnChg>
        <pc:cxnChg chg="del mod">
          <ac:chgData name="Richard Mccreadie" userId="c13d50ac-4dc6-4047-9f21-b8d7aba70793" providerId="ADAL" clId="{DC566FED-2A85-4416-92B6-F5466FAE34D0}" dt="2024-01-05T16:15:12.118" v="70" actId="478"/>
          <ac:cxnSpMkLst>
            <pc:docMk/>
            <pc:sldMk cId="2979040895" sldId="507"/>
            <ac:cxnSpMk id="91" creationId="{CE544602-2FB0-E7A8-29BB-3D0B1E44910A}"/>
          </ac:cxnSpMkLst>
        </pc:cxnChg>
        <pc:cxnChg chg="del mod">
          <ac:chgData name="Richard Mccreadie" userId="c13d50ac-4dc6-4047-9f21-b8d7aba70793" providerId="ADAL" clId="{DC566FED-2A85-4416-92B6-F5466FAE34D0}" dt="2024-01-05T16:15:08.355" v="68" actId="478"/>
          <ac:cxnSpMkLst>
            <pc:docMk/>
            <pc:sldMk cId="2979040895" sldId="507"/>
            <ac:cxnSpMk id="93" creationId="{308A4247-8EB4-2AD1-6534-D75F4FA17754}"/>
          </ac:cxnSpMkLst>
        </pc:cxnChg>
        <pc:cxnChg chg="del mod">
          <ac:chgData name="Richard Mccreadie" userId="c13d50ac-4dc6-4047-9f21-b8d7aba70793" providerId="ADAL" clId="{DC566FED-2A85-4416-92B6-F5466FAE34D0}" dt="2024-01-05T16:15:08.355" v="68" actId="478"/>
          <ac:cxnSpMkLst>
            <pc:docMk/>
            <pc:sldMk cId="2979040895" sldId="507"/>
            <ac:cxnSpMk id="94" creationId="{0D769B30-F9DD-517B-A730-28A79A51C699}"/>
          </ac:cxnSpMkLst>
        </pc:cxnChg>
        <pc:cxnChg chg="del mod">
          <ac:chgData name="Richard Mccreadie" userId="c13d50ac-4dc6-4047-9f21-b8d7aba70793" providerId="ADAL" clId="{DC566FED-2A85-4416-92B6-F5466FAE34D0}" dt="2024-01-05T16:15:08.355" v="68" actId="478"/>
          <ac:cxnSpMkLst>
            <pc:docMk/>
            <pc:sldMk cId="2979040895" sldId="507"/>
            <ac:cxnSpMk id="95" creationId="{6C8ED142-B50A-E5B2-9AAF-6A11A489BA49}"/>
          </ac:cxnSpMkLst>
        </pc:cxnChg>
        <pc:cxnChg chg="del mod">
          <ac:chgData name="Richard Mccreadie" userId="c13d50ac-4dc6-4047-9f21-b8d7aba70793" providerId="ADAL" clId="{DC566FED-2A85-4416-92B6-F5466FAE34D0}" dt="2024-01-05T16:15:09.861" v="69" actId="478"/>
          <ac:cxnSpMkLst>
            <pc:docMk/>
            <pc:sldMk cId="2979040895" sldId="507"/>
            <ac:cxnSpMk id="97" creationId="{6DDF63D8-0B86-F78B-F439-C32C48F2ACDB}"/>
          </ac:cxnSpMkLst>
        </pc:cxnChg>
        <pc:cxnChg chg="del mod">
          <ac:chgData name="Richard Mccreadie" userId="c13d50ac-4dc6-4047-9f21-b8d7aba70793" providerId="ADAL" clId="{DC566FED-2A85-4416-92B6-F5466FAE34D0}" dt="2024-01-05T16:15:08.355" v="68" actId="478"/>
          <ac:cxnSpMkLst>
            <pc:docMk/>
            <pc:sldMk cId="2979040895" sldId="507"/>
            <ac:cxnSpMk id="98" creationId="{8E0C81E9-BC18-168F-9B5F-6857AA942B60}"/>
          </ac:cxnSpMkLst>
        </pc:cxnChg>
        <pc:cxnChg chg="del mod">
          <ac:chgData name="Richard Mccreadie" userId="c13d50ac-4dc6-4047-9f21-b8d7aba70793" providerId="ADAL" clId="{DC566FED-2A85-4416-92B6-F5466FAE34D0}" dt="2024-01-05T16:15:08.355" v="68" actId="478"/>
          <ac:cxnSpMkLst>
            <pc:docMk/>
            <pc:sldMk cId="2979040895" sldId="507"/>
            <ac:cxnSpMk id="99" creationId="{A37CB505-815D-2D2C-A1BC-13D074B95A80}"/>
          </ac:cxnSpMkLst>
        </pc:cxnChg>
        <pc:cxnChg chg="del mod">
          <ac:chgData name="Richard Mccreadie" userId="c13d50ac-4dc6-4047-9f21-b8d7aba70793" providerId="ADAL" clId="{DC566FED-2A85-4416-92B6-F5466FAE34D0}" dt="2024-01-05T16:15:08.355" v="68" actId="478"/>
          <ac:cxnSpMkLst>
            <pc:docMk/>
            <pc:sldMk cId="2979040895" sldId="507"/>
            <ac:cxnSpMk id="101" creationId="{4D89AA19-1B5C-32A1-EC95-C52FBE4C0D84}"/>
          </ac:cxnSpMkLst>
        </pc:cxnChg>
        <pc:cxnChg chg="del mod">
          <ac:chgData name="Richard Mccreadie" userId="c13d50ac-4dc6-4047-9f21-b8d7aba70793" providerId="ADAL" clId="{DC566FED-2A85-4416-92B6-F5466FAE34D0}" dt="2024-01-05T16:15:08.355" v="68" actId="478"/>
          <ac:cxnSpMkLst>
            <pc:docMk/>
            <pc:sldMk cId="2979040895" sldId="507"/>
            <ac:cxnSpMk id="102" creationId="{5EB0FA5B-7D27-807C-9387-2F25DEFBACE2}"/>
          </ac:cxnSpMkLst>
        </pc:cxnChg>
        <pc:cxnChg chg="del mod">
          <ac:chgData name="Richard Mccreadie" userId="c13d50ac-4dc6-4047-9f21-b8d7aba70793" providerId="ADAL" clId="{DC566FED-2A85-4416-92B6-F5466FAE34D0}" dt="2024-01-05T16:15:08.355" v="68" actId="478"/>
          <ac:cxnSpMkLst>
            <pc:docMk/>
            <pc:sldMk cId="2979040895" sldId="507"/>
            <ac:cxnSpMk id="104" creationId="{6E2FF1BE-CAD5-CCBB-7E8D-909E47E8B12D}"/>
          </ac:cxnSpMkLst>
        </pc:cxnChg>
        <pc:cxnChg chg="del mod">
          <ac:chgData name="Richard Mccreadie" userId="c13d50ac-4dc6-4047-9f21-b8d7aba70793" providerId="ADAL" clId="{DC566FED-2A85-4416-92B6-F5466FAE34D0}" dt="2024-01-05T16:15:08.355" v="68" actId="478"/>
          <ac:cxnSpMkLst>
            <pc:docMk/>
            <pc:sldMk cId="2979040895" sldId="507"/>
            <ac:cxnSpMk id="105" creationId="{42DA6680-3D1C-FF4D-C617-C142CD1B01B7}"/>
          </ac:cxnSpMkLst>
        </pc:cxnChg>
        <pc:cxnChg chg="del mod">
          <ac:chgData name="Richard Mccreadie" userId="c13d50ac-4dc6-4047-9f21-b8d7aba70793" providerId="ADAL" clId="{DC566FED-2A85-4416-92B6-F5466FAE34D0}" dt="2024-01-05T16:15:08.355" v="68" actId="478"/>
          <ac:cxnSpMkLst>
            <pc:docMk/>
            <pc:sldMk cId="2979040895" sldId="507"/>
            <ac:cxnSpMk id="106" creationId="{4B76AA60-8A00-5A88-4415-204A8E7BA410}"/>
          </ac:cxnSpMkLst>
        </pc:cxnChg>
        <pc:cxnChg chg="del mod">
          <ac:chgData name="Richard Mccreadie" userId="c13d50ac-4dc6-4047-9f21-b8d7aba70793" providerId="ADAL" clId="{DC566FED-2A85-4416-92B6-F5466FAE34D0}" dt="2024-01-05T16:15:08.355" v="68" actId="478"/>
          <ac:cxnSpMkLst>
            <pc:docMk/>
            <pc:sldMk cId="2979040895" sldId="507"/>
            <ac:cxnSpMk id="108" creationId="{E88EE87A-41D4-4DDC-E498-E58C313B2751}"/>
          </ac:cxnSpMkLst>
        </pc:cxnChg>
        <pc:cxnChg chg="del mod">
          <ac:chgData name="Richard Mccreadie" userId="c13d50ac-4dc6-4047-9f21-b8d7aba70793" providerId="ADAL" clId="{DC566FED-2A85-4416-92B6-F5466FAE34D0}" dt="2024-01-05T16:15:08.355" v="68" actId="478"/>
          <ac:cxnSpMkLst>
            <pc:docMk/>
            <pc:sldMk cId="2979040895" sldId="507"/>
            <ac:cxnSpMk id="109" creationId="{F9693308-0DF6-9D9A-920B-56BC35A727C1}"/>
          </ac:cxnSpMkLst>
        </pc:cxnChg>
        <pc:cxnChg chg="del mod">
          <ac:chgData name="Richard Mccreadie" userId="c13d50ac-4dc6-4047-9f21-b8d7aba70793" providerId="ADAL" clId="{DC566FED-2A85-4416-92B6-F5466FAE34D0}" dt="2024-01-05T16:15:13.565" v="71" actId="478"/>
          <ac:cxnSpMkLst>
            <pc:docMk/>
            <pc:sldMk cId="2979040895" sldId="507"/>
            <ac:cxnSpMk id="110" creationId="{D2D4C260-F152-E5F9-9709-E2201A763728}"/>
          </ac:cxnSpMkLst>
        </pc:cxnChg>
        <pc:cxnChg chg="del mod">
          <ac:chgData name="Richard Mccreadie" userId="c13d50ac-4dc6-4047-9f21-b8d7aba70793" providerId="ADAL" clId="{DC566FED-2A85-4416-92B6-F5466FAE34D0}" dt="2024-01-05T16:15:08.355" v="68" actId="478"/>
          <ac:cxnSpMkLst>
            <pc:docMk/>
            <pc:sldMk cId="2979040895" sldId="507"/>
            <ac:cxnSpMk id="112" creationId="{68A0EEB6-4A46-715C-F84F-F145F4C2C6D0}"/>
          </ac:cxnSpMkLst>
        </pc:cxnChg>
        <pc:cxnChg chg="del mod">
          <ac:chgData name="Richard Mccreadie" userId="c13d50ac-4dc6-4047-9f21-b8d7aba70793" providerId="ADAL" clId="{DC566FED-2A85-4416-92B6-F5466FAE34D0}" dt="2024-01-05T16:15:08.355" v="68" actId="478"/>
          <ac:cxnSpMkLst>
            <pc:docMk/>
            <pc:sldMk cId="2979040895" sldId="507"/>
            <ac:cxnSpMk id="113" creationId="{1E7BE45A-0C51-855B-9CE7-2F5725DE831D}"/>
          </ac:cxnSpMkLst>
        </pc:cxnChg>
        <pc:cxnChg chg="del mod">
          <ac:chgData name="Richard Mccreadie" userId="c13d50ac-4dc6-4047-9f21-b8d7aba70793" providerId="ADAL" clId="{DC566FED-2A85-4416-92B6-F5466FAE34D0}" dt="2024-01-05T16:15:08.355" v="68" actId="478"/>
          <ac:cxnSpMkLst>
            <pc:docMk/>
            <pc:sldMk cId="2979040895" sldId="507"/>
            <ac:cxnSpMk id="125" creationId="{E53AF853-9B2C-77CE-DE93-06EC496C6674}"/>
          </ac:cxnSpMkLst>
        </pc:cxnChg>
        <pc:cxnChg chg="del mod">
          <ac:chgData name="Richard Mccreadie" userId="c13d50ac-4dc6-4047-9f21-b8d7aba70793" providerId="ADAL" clId="{DC566FED-2A85-4416-92B6-F5466FAE34D0}" dt="2024-01-05T16:15:08.355" v="68" actId="478"/>
          <ac:cxnSpMkLst>
            <pc:docMk/>
            <pc:sldMk cId="2979040895" sldId="507"/>
            <ac:cxnSpMk id="127" creationId="{CA1AD5C6-139F-7F5D-CB30-EE01833BBDA1}"/>
          </ac:cxnSpMkLst>
        </pc:cxnChg>
        <pc:cxnChg chg="del mod">
          <ac:chgData name="Richard Mccreadie" userId="c13d50ac-4dc6-4047-9f21-b8d7aba70793" providerId="ADAL" clId="{DC566FED-2A85-4416-92B6-F5466FAE34D0}" dt="2024-01-05T16:15:08.355" v="68" actId="478"/>
          <ac:cxnSpMkLst>
            <pc:docMk/>
            <pc:sldMk cId="2979040895" sldId="507"/>
            <ac:cxnSpMk id="128" creationId="{67B7FFE0-7059-FF56-137B-0E64429B5015}"/>
          </ac:cxnSpMkLst>
        </pc:cxnChg>
        <pc:cxnChg chg="del mod">
          <ac:chgData name="Richard Mccreadie" userId="c13d50ac-4dc6-4047-9f21-b8d7aba70793" providerId="ADAL" clId="{DC566FED-2A85-4416-92B6-F5466FAE34D0}" dt="2024-01-05T16:15:08.355" v="68" actId="478"/>
          <ac:cxnSpMkLst>
            <pc:docMk/>
            <pc:sldMk cId="2979040895" sldId="507"/>
            <ac:cxnSpMk id="130" creationId="{1C700E14-9CA9-BDDE-0992-46FA5B7DFF4C}"/>
          </ac:cxnSpMkLst>
        </pc:cxnChg>
        <pc:cxnChg chg="del mod">
          <ac:chgData name="Richard Mccreadie" userId="c13d50ac-4dc6-4047-9f21-b8d7aba70793" providerId="ADAL" clId="{DC566FED-2A85-4416-92B6-F5466FAE34D0}" dt="2024-01-05T16:15:08.355" v="68" actId="478"/>
          <ac:cxnSpMkLst>
            <pc:docMk/>
            <pc:sldMk cId="2979040895" sldId="507"/>
            <ac:cxnSpMk id="134" creationId="{075843FB-ACB9-0367-4DFD-92E84E5EFE84}"/>
          </ac:cxnSpMkLst>
        </pc:cxnChg>
        <pc:cxnChg chg="del mod">
          <ac:chgData name="Richard Mccreadie" userId="c13d50ac-4dc6-4047-9f21-b8d7aba70793" providerId="ADAL" clId="{DC566FED-2A85-4416-92B6-F5466FAE34D0}" dt="2024-01-05T16:15:08.355" v="68" actId="478"/>
          <ac:cxnSpMkLst>
            <pc:docMk/>
            <pc:sldMk cId="2979040895" sldId="507"/>
            <ac:cxnSpMk id="135" creationId="{372028AA-A09D-1A6A-7365-1C9A333E3DC5}"/>
          </ac:cxnSpMkLst>
        </pc:cxnChg>
        <pc:cxnChg chg="del mod">
          <ac:chgData name="Richard Mccreadie" userId="c13d50ac-4dc6-4047-9f21-b8d7aba70793" providerId="ADAL" clId="{DC566FED-2A85-4416-92B6-F5466FAE34D0}" dt="2024-01-05T16:15:08.355" v="68" actId="478"/>
          <ac:cxnSpMkLst>
            <pc:docMk/>
            <pc:sldMk cId="2979040895" sldId="507"/>
            <ac:cxnSpMk id="136" creationId="{CCF20388-EB15-4B01-9C51-10FD2C1B8356}"/>
          </ac:cxnSpMkLst>
        </pc:cxnChg>
        <pc:cxnChg chg="del mod">
          <ac:chgData name="Richard Mccreadie" userId="c13d50ac-4dc6-4047-9f21-b8d7aba70793" providerId="ADAL" clId="{DC566FED-2A85-4416-92B6-F5466FAE34D0}" dt="2024-01-05T16:15:08.355" v="68" actId="478"/>
          <ac:cxnSpMkLst>
            <pc:docMk/>
            <pc:sldMk cId="2979040895" sldId="507"/>
            <ac:cxnSpMk id="138" creationId="{FCD134DD-6550-8CB4-98B7-758892873FAC}"/>
          </ac:cxnSpMkLst>
        </pc:cxnChg>
        <pc:cxnChg chg="del mod">
          <ac:chgData name="Richard Mccreadie" userId="c13d50ac-4dc6-4047-9f21-b8d7aba70793" providerId="ADAL" clId="{DC566FED-2A85-4416-92B6-F5466FAE34D0}" dt="2024-01-05T16:15:08.355" v="68" actId="478"/>
          <ac:cxnSpMkLst>
            <pc:docMk/>
            <pc:sldMk cId="2979040895" sldId="507"/>
            <ac:cxnSpMk id="141" creationId="{F57D8C71-E1FA-B5EA-BDD3-2E5EC0B0DCCD}"/>
          </ac:cxnSpMkLst>
        </pc:cxnChg>
        <pc:cxnChg chg="del mod">
          <ac:chgData name="Richard Mccreadie" userId="c13d50ac-4dc6-4047-9f21-b8d7aba70793" providerId="ADAL" clId="{DC566FED-2A85-4416-92B6-F5466FAE34D0}" dt="2024-01-05T16:15:08.355" v="68" actId="478"/>
          <ac:cxnSpMkLst>
            <pc:docMk/>
            <pc:sldMk cId="2979040895" sldId="507"/>
            <ac:cxnSpMk id="148" creationId="{AF68AA7C-43E2-D4AC-0855-8B76C0BCA166}"/>
          </ac:cxnSpMkLst>
        </pc:cxnChg>
        <pc:cxnChg chg="del mod">
          <ac:chgData name="Richard Mccreadie" userId="c13d50ac-4dc6-4047-9f21-b8d7aba70793" providerId="ADAL" clId="{DC566FED-2A85-4416-92B6-F5466FAE34D0}" dt="2024-01-05T16:15:08.355" v="68" actId="478"/>
          <ac:cxnSpMkLst>
            <pc:docMk/>
            <pc:sldMk cId="2979040895" sldId="507"/>
            <ac:cxnSpMk id="149" creationId="{88E8D984-A201-DBE0-B4E6-BD2991ABF811}"/>
          </ac:cxnSpMkLst>
        </pc:cxnChg>
        <pc:cxnChg chg="del mod">
          <ac:chgData name="Richard Mccreadie" userId="c13d50ac-4dc6-4047-9f21-b8d7aba70793" providerId="ADAL" clId="{DC566FED-2A85-4416-92B6-F5466FAE34D0}" dt="2024-01-05T16:15:08.355" v="68" actId="478"/>
          <ac:cxnSpMkLst>
            <pc:docMk/>
            <pc:sldMk cId="2979040895" sldId="507"/>
            <ac:cxnSpMk id="151" creationId="{74625898-57DF-5BEA-8CBD-4C9416D9D6C6}"/>
          </ac:cxnSpMkLst>
        </pc:cxnChg>
        <pc:cxnChg chg="del mod">
          <ac:chgData name="Richard Mccreadie" userId="c13d50ac-4dc6-4047-9f21-b8d7aba70793" providerId="ADAL" clId="{DC566FED-2A85-4416-92B6-F5466FAE34D0}" dt="2024-01-05T16:15:08.355" v="68" actId="478"/>
          <ac:cxnSpMkLst>
            <pc:docMk/>
            <pc:sldMk cId="2979040895" sldId="507"/>
            <ac:cxnSpMk id="153" creationId="{8BB1D945-DE3A-84DA-154E-22C7159A4A5F}"/>
          </ac:cxnSpMkLst>
        </pc:cxnChg>
        <pc:cxnChg chg="del mod">
          <ac:chgData name="Richard Mccreadie" userId="c13d50ac-4dc6-4047-9f21-b8d7aba70793" providerId="ADAL" clId="{DC566FED-2A85-4416-92B6-F5466FAE34D0}" dt="2024-01-05T16:15:08.355" v="68" actId="478"/>
          <ac:cxnSpMkLst>
            <pc:docMk/>
            <pc:sldMk cId="2979040895" sldId="507"/>
            <ac:cxnSpMk id="154" creationId="{E5E34E2A-8733-6540-FF81-8E0B1F8EE398}"/>
          </ac:cxnSpMkLst>
        </pc:cxnChg>
        <pc:cxnChg chg="del">
          <ac:chgData name="Richard Mccreadie" userId="c13d50ac-4dc6-4047-9f21-b8d7aba70793" providerId="ADAL" clId="{DC566FED-2A85-4416-92B6-F5466FAE34D0}" dt="2024-01-05T16:15:13.565" v="71" actId="478"/>
          <ac:cxnSpMkLst>
            <pc:docMk/>
            <pc:sldMk cId="2979040895" sldId="507"/>
            <ac:cxnSpMk id="156" creationId="{0C35631F-644D-8B4B-03B7-AA98C9CC3B57}"/>
          </ac:cxnSpMkLst>
        </pc:cxnChg>
        <pc:cxnChg chg="del mod">
          <ac:chgData name="Richard Mccreadie" userId="c13d50ac-4dc6-4047-9f21-b8d7aba70793" providerId="ADAL" clId="{DC566FED-2A85-4416-92B6-F5466FAE34D0}" dt="2024-01-05T16:15:08.355" v="68" actId="478"/>
          <ac:cxnSpMkLst>
            <pc:docMk/>
            <pc:sldMk cId="2979040895" sldId="507"/>
            <ac:cxnSpMk id="158" creationId="{6C146591-C710-F271-00B6-CED961536996}"/>
          </ac:cxnSpMkLst>
        </pc:cxnChg>
      </pc:sldChg>
      <pc:sldChg chg="delSp modSp add del mod ord">
        <pc:chgData name="Richard Mccreadie" userId="c13d50ac-4dc6-4047-9f21-b8d7aba70793" providerId="ADAL" clId="{DC566FED-2A85-4416-92B6-F5466FAE34D0}" dt="2024-01-05T16:29:29.560" v="214" actId="47"/>
        <pc:sldMkLst>
          <pc:docMk/>
          <pc:sldMk cId="997784139" sldId="508"/>
        </pc:sldMkLst>
        <pc:spChg chg="del">
          <ac:chgData name="Richard Mccreadie" userId="c13d50ac-4dc6-4047-9f21-b8d7aba70793" providerId="ADAL" clId="{DC566FED-2A85-4416-92B6-F5466FAE34D0}" dt="2024-01-05T16:14:45.806" v="63" actId="478"/>
          <ac:spMkLst>
            <pc:docMk/>
            <pc:sldMk cId="997784139" sldId="508"/>
            <ac:spMk id="68" creationId="{D5005005-AF0D-7180-C2A3-5FF726525AA6}"/>
          </ac:spMkLst>
        </pc:spChg>
        <pc:spChg chg="del">
          <ac:chgData name="Richard Mccreadie" userId="c13d50ac-4dc6-4047-9f21-b8d7aba70793" providerId="ADAL" clId="{DC566FED-2A85-4416-92B6-F5466FAE34D0}" dt="2024-01-05T16:14:45.806" v="63" actId="478"/>
          <ac:spMkLst>
            <pc:docMk/>
            <pc:sldMk cId="997784139" sldId="508"/>
            <ac:spMk id="70" creationId="{39A32919-ED46-40B5-48A2-C77770319FA9}"/>
          </ac:spMkLst>
        </pc:spChg>
        <pc:spChg chg="del">
          <ac:chgData name="Richard Mccreadie" userId="c13d50ac-4dc6-4047-9f21-b8d7aba70793" providerId="ADAL" clId="{DC566FED-2A85-4416-92B6-F5466FAE34D0}" dt="2024-01-05T16:14:45.806" v="63" actId="478"/>
          <ac:spMkLst>
            <pc:docMk/>
            <pc:sldMk cId="997784139" sldId="508"/>
            <ac:spMk id="82" creationId="{A3A4C057-E5D7-1148-926B-8FA214D8C40C}"/>
          </ac:spMkLst>
        </pc:spChg>
        <pc:spChg chg="del">
          <ac:chgData name="Richard Mccreadie" userId="c13d50ac-4dc6-4047-9f21-b8d7aba70793" providerId="ADAL" clId="{DC566FED-2A85-4416-92B6-F5466FAE34D0}" dt="2024-01-05T16:14:45.806" v="63" actId="478"/>
          <ac:spMkLst>
            <pc:docMk/>
            <pc:sldMk cId="997784139" sldId="508"/>
            <ac:spMk id="84" creationId="{89F7F976-0F47-DC38-1E5B-8BE3DF372503}"/>
          </ac:spMkLst>
        </pc:spChg>
        <pc:spChg chg="del">
          <ac:chgData name="Richard Mccreadie" userId="c13d50ac-4dc6-4047-9f21-b8d7aba70793" providerId="ADAL" clId="{DC566FED-2A85-4416-92B6-F5466FAE34D0}" dt="2024-01-05T16:14:45.806" v="63" actId="478"/>
          <ac:spMkLst>
            <pc:docMk/>
            <pc:sldMk cId="997784139" sldId="508"/>
            <ac:spMk id="85" creationId="{FF4C5BDF-AE72-9064-20CA-6A308519E4E6}"/>
          </ac:spMkLst>
        </pc:spChg>
        <pc:spChg chg="del">
          <ac:chgData name="Richard Mccreadie" userId="c13d50ac-4dc6-4047-9f21-b8d7aba70793" providerId="ADAL" clId="{DC566FED-2A85-4416-92B6-F5466FAE34D0}" dt="2024-01-05T16:14:45.806" v="63" actId="478"/>
          <ac:spMkLst>
            <pc:docMk/>
            <pc:sldMk cId="997784139" sldId="508"/>
            <ac:spMk id="87" creationId="{10E15266-774A-0761-C092-59682B0DADC7}"/>
          </ac:spMkLst>
        </pc:spChg>
        <pc:spChg chg="del">
          <ac:chgData name="Richard Mccreadie" userId="c13d50ac-4dc6-4047-9f21-b8d7aba70793" providerId="ADAL" clId="{DC566FED-2A85-4416-92B6-F5466FAE34D0}" dt="2024-01-05T16:14:45.806" v="63" actId="478"/>
          <ac:spMkLst>
            <pc:docMk/>
            <pc:sldMk cId="997784139" sldId="508"/>
            <ac:spMk id="88" creationId="{200591F1-88F5-2AF6-B243-6DBDBD4071EF}"/>
          </ac:spMkLst>
        </pc:spChg>
        <pc:spChg chg="del">
          <ac:chgData name="Richard Mccreadie" userId="c13d50ac-4dc6-4047-9f21-b8d7aba70793" providerId="ADAL" clId="{DC566FED-2A85-4416-92B6-F5466FAE34D0}" dt="2024-01-05T16:14:45.806" v="63" actId="478"/>
          <ac:spMkLst>
            <pc:docMk/>
            <pc:sldMk cId="997784139" sldId="508"/>
            <ac:spMk id="145" creationId="{081AEFF0-CBE1-0549-5F52-C4B5F1EC95BE}"/>
          </ac:spMkLst>
        </pc:spChg>
        <pc:spChg chg="del">
          <ac:chgData name="Richard Mccreadie" userId="c13d50ac-4dc6-4047-9f21-b8d7aba70793" providerId="ADAL" clId="{DC566FED-2A85-4416-92B6-F5466FAE34D0}" dt="2024-01-05T16:14:45.806" v="63" actId="478"/>
          <ac:spMkLst>
            <pc:docMk/>
            <pc:sldMk cId="997784139" sldId="508"/>
            <ac:spMk id="146" creationId="{92E63381-01F7-481A-8974-A60BAFEB7D43}"/>
          </ac:spMkLst>
        </pc:spChg>
        <pc:spChg chg="del">
          <ac:chgData name="Richard Mccreadie" userId="c13d50ac-4dc6-4047-9f21-b8d7aba70793" providerId="ADAL" clId="{DC566FED-2A85-4416-92B6-F5466FAE34D0}" dt="2024-01-05T16:14:45.806" v="63" actId="478"/>
          <ac:spMkLst>
            <pc:docMk/>
            <pc:sldMk cId="997784139" sldId="508"/>
            <ac:spMk id="147" creationId="{C088C3E3-CFA8-6139-3E80-DE3167FF0023}"/>
          </ac:spMkLst>
        </pc:spChg>
        <pc:spChg chg="del">
          <ac:chgData name="Richard Mccreadie" userId="c13d50ac-4dc6-4047-9f21-b8d7aba70793" providerId="ADAL" clId="{DC566FED-2A85-4416-92B6-F5466FAE34D0}" dt="2024-01-05T16:14:45.806" v="63" actId="478"/>
          <ac:spMkLst>
            <pc:docMk/>
            <pc:sldMk cId="997784139" sldId="508"/>
            <ac:spMk id="150" creationId="{D08BBEC1-56F3-B40E-A25F-F793C0A887F4}"/>
          </ac:spMkLst>
        </pc:spChg>
        <pc:spChg chg="del">
          <ac:chgData name="Richard Mccreadie" userId="c13d50ac-4dc6-4047-9f21-b8d7aba70793" providerId="ADAL" clId="{DC566FED-2A85-4416-92B6-F5466FAE34D0}" dt="2024-01-05T16:14:45.806" v="63" actId="478"/>
          <ac:spMkLst>
            <pc:docMk/>
            <pc:sldMk cId="997784139" sldId="508"/>
            <ac:spMk id="152" creationId="{7CAD629A-300B-0148-7C17-D7B31FFCE7E2}"/>
          </ac:spMkLst>
        </pc:spChg>
        <pc:spChg chg="del">
          <ac:chgData name="Richard Mccreadie" userId="c13d50ac-4dc6-4047-9f21-b8d7aba70793" providerId="ADAL" clId="{DC566FED-2A85-4416-92B6-F5466FAE34D0}" dt="2024-01-05T16:14:45.806" v="63" actId="478"/>
          <ac:spMkLst>
            <pc:docMk/>
            <pc:sldMk cId="997784139" sldId="508"/>
            <ac:spMk id="155" creationId="{106B9D82-C191-73D5-1A9E-18A71458202A}"/>
          </ac:spMkLst>
        </pc:spChg>
        <pc:cxnChg chg="del mod">
          <ac:chgData name="Richard Mccreadie" userId="c13d50ac-4dc6-4047-9f21-b8d7aba70793" providerId="ADAL" clId="{DC566FED-2A85-4416-92B6-F5466FAE34D0}" dt="2024-01-05T16:14:48.068" v="64" actId="478"/>
          <ac:cxnSpMkLst>
            <pc:docMk/>
            <pc:sldMk cId="997784139" sldId="508"/>
            <ac:cxnSpMk id="65" creationId="{F1884DC7-5858-CDFD-275A-47F0496FA977}"/>
          </ac:cxnSpMkLst>
        </pc:cxnChg>
        <pc:cxnChg chg="del mod">
          <ac:chgData name="Richard Mccreadie" userId="c13d50ac-4dc6-4047-9f21-b8d7aba70793" providerId="ADAL" clId="{DC566FED-2A85-4416-92B6-F5466FAE34D0}" dt="2024-01-05T16:14:45.806" v="63" actId="478"/>
          <ac:cxnSpMkLst>
            <pc:docMk/>
            <pc:sldMk cId="997784139" sldId="508"/>
            <ac:cxnSpMk id="91" creationId="{CE544602-2FB0-E7A8-29BB-3D0B1E44910A}"/>
          </ac:cxnSpMkLst>
        </pc:cxnChg>
        <pc:cxnChg chg="del mod">
          <ac:chgData name="Richard Mccreadie" userId="c13d50ac-4dc6-4047-9f21-b8d7aba70793" providerId="ADAL" clId="{DC566FED-2A85-4416-92B6-F5466FAE34D0}" dt="2024-01-05T16:14:45.806" v="63" actId="478"/>
          <ac:cxnSpMkLst>
            <pc:docMk/>
            <pc:sldMk cId="997784139" sldId="508"/>
            <ac:cxnSpMk id="93" creationId="{308A4247-8EB4-2AD1-6534-D75F4FA17754}"/>
          </ac:cxnSpMkLst>
        </pc:cxnChg>
        <pc:cxnChg chg="mod">
          <ac:chgData name="Richard Mccreadie" userId="c13d50ac-4dc6-4047-9f21-b8d7aba70793" providerId="ADAL" clId="{DC566FED-2A85-4416-92B6-F5466FAE34D0}" dt="2024-01-05T16:14:45.806" v="63" actId="478"/>
          <ac:cxnSpMkLst>
            <pc:docMk/>
            <pc:sldMk cId="997784139" sldId="508"/>
            <ac:cxnSpMk id="94" creationId="{0D769B30-F9DD-517B-A730-28A79A51C699}"/>
          </ac:cxnSpMkLst>
        </pc:cxnChg>
        <pc:cxnChg chg="del mod">
          <ac:chgData name="Richard Mccreadie" userId="c13d50ac-4dc6-4047-9f21-b8d7aba70793" providerId="ADAL" clId="{DC566FED-2A85-4416-92B6-F5466FAE34D0}" dt="2024-01-05T16:14:45.806" v="63" actId="478"/>
          <ac:cxnSpMkLst>
            <pc:docMk/>
            <pc:sldMk cId="997784139" sldId="508"/>
            <ac:cxnSpMk id="108" creationId="{E88EE87A-41D4-4DDC-E498-E58C313B2751}"/>
          </ac:cxnSpMkLst>
        </pc:cxnChg>
        <pc:cxnChg chg="del mod">
          <ac:chgData name="Richard Mccreadie" userId="c13d50ac-4dc6-4047-9f21-b8d7aba70793" providerId="ADAL" clId="{DC566FED-2A85-4416-92B6-F5466FAE34D0}" dt="2024-01-05T16:14:45.806" v="63" actId="478"/>
          <ac:cxnSpMkLst>
            <pc:docMk/>
            <pc:sldMk cId="997784139" sldId="508"/>
            <ac:cxnSpMk id="109" creationId="{F9693308-0DF6-9D9A-920B-56BC35A727C1}"/>
          </ac:cxnSpMkLst>
        </pc:cxnChg>
        <pc:cxnChg chg="del mod">
          <ac:chgData name="Richard Mccreadie" userId="c13d50ac-4dc6-4047-9f21-b8d7aba70793" providerId="ADAL" clId="{DC566FED-2A85-4416-92B6-F5466FAE34D0}" dt="2024-01-05T16:14:45.806" v="63" actId="478"/>
          <ac:cxnSpMkLst>
            <pc:docMk/>
            <pc:sldMk cId="997784139" sldId="508"/>
            <ac:cxnSpMk id="110" creationId="{D2D4C260-F152-E5F9-9709-E2201A763728}"/>
          </ac:cxnSpMkLst>
        </pc:cxnChg>
        <pc:cxnChg chg="del mod">
          <ac:chgData name="Richard Mccreadie" userId="c13d50ac-4dc6-4047-9f21-b8d7aba70793" providerId="ADAL" clId="{DC566FED-2A85-4416-92B6-F5466FAE34D0}" dt="2024-01-05T16:14:45.806" v="63" actId="478"/>
          <ac:cxnSpMkLst>
            <pc:docMk/>
            <pc:sldMk cId="997784139" sldId="508"/>
            <ac:cxnSpMk id="112" creationId="{68A0EEB6-4A46-715C-F84F-F145F4C2C6D0}"/>
          </ac:cxnSpMkLst>
        </pc:cxnChg>
        <pc:cxnChg chg="mod">
          <ac:chgData name="Richard Mccreadie" userId="c13d50ac-4dc6-4047-9f21-b8d7aba70793" providerId="ADAL" clId="{DC566FED-2A85-4416-92B6-F5466FAE34D0}" dt="2024-01-05T16:14:45.806" v="63" actId="478"/>
          <ac:cxnSpMkLst>
            <pc:docMk/>
            <pc:sldMk cId="997784139" sldId="508"/>
            <ac:cxnSpMk id="113" creationId="{1E7BE45A-0C51-855B-9CE7-2F5725DE831D}"/>
          </ac:cxnSpMkLst>
        </pc:cxnChg>
        <pc:cxnChg chg="del mod">
          <ac:chgData name="Richard Mccreadie" userId="c13d50ac-4dc6-4047-9f21-b8d7aba70793" providerId="ADAL" clId="{DC566FED-2A85-4416-92B6-F5466FAE34D0}" dt="2024-01-05T16:14:45.806" v="63" actId="478"/>
          <ac:cxnSpMkLst>
            <pc:docMk/>
            <pc:sldMk cId="997784139" sldId="508"/>
            <ac:cxnSpMk id="148" creationId="{AF68AA7C-43E2-D4AC-0855-8B76C0BCA166}"/>
          </ac:cxnSpMkLst>
        </pc:cxnChg>
        <pc:cxnChg chg="del mod">
          <ac:chgData name="Richard Mccreadie" userId="c13d50ac-4dc6-4047-9f21-b8d7aba70793" providerId="ADAL" clId="{DC566FED-2A85-4416-92B6-F5466FAE34D0}" dt="2024-01-05T16:14:45.806" v="63" actId="478"/>
          <ac:cxnSpMkLst>
            <pc:docMk/>
            <pc:sldMk cId="997784139" sldId="508"/>
            <ac:cxnSpMk id="149" creationId="{88E8D984-A201-DBE0-B4E6-BD2991ABF811}"/>
          </ac:cxnSpMkLst>
        </pc:cxnChg>
        <pc:cxnChg chg="del mod">
          <ac:chgData name="Richard Mccreadie" userId="c13d50ac-4dc6-4047-9f21-b8d7aba70793" providerId="ADAL" clId="{DC566FED-2A85-4416-92B6-F5466FAE34D0}" dt="2024-01-05T16:14:45.806" v="63" actId="478"/>
          <ac:cxnSpMkLst>
            <pc:docMk/>
            <pc:sldMk cId="997784139" sldId="508"/>
            <ac:cxnSpMk id="151" creationId="{74625898-57DF-5BEA-8CBD-4C9416D9D6C6}"/>
          </ac:cxnSpMkLst>
        </pc:cxnChg>
        <pc:cxnChg chg="del mod">
          <ac:chgData name="Richard Mccreadie" userId="c13d50ac-4dc6-4047-9f21-b8d7aba70793" providerId="ADAL" clId="{DC566FED-2A85-4416-92B6-F5466FAE34D0}" dt="2024-01-05T16:14:45.806" v="63" actId="478"/>
          <ac:cxnSpMkLst>
            <pc:docMk/>
            <pc:sldMk cId="997784139" sldId="508"/>
            <ac:cxnSpMk id="153" creationId="{8BB1D945-DE3A-84DA-154E-22C7159A4A5F}"/>
          </ac:cxnSpMkLst>
        </pc:cxnChg>
        <pc:cxnChg chg="del mod">
          <ac:chgData name="Richard Mccreadie" userId="c13d50ac-4dc6-4047-9f21-b8d7aba70793" providerId="ADAL" clId="{DC566FED-2A85-4416-92B6-F5466FAE34D0}" dt="2024-01-05T16:14:45.806" v="63" actId="478"/>
          <ac:cxnSpMkLst>
            <pc:docMk/>
            <pc:sldMk cId="997784139" sldId="508"/>
            <ac:cxnSpMk id="154" creationId="{E5E34E2A-8733-6540-FF81-8E0B1F8EE398}"/>
          </ac:cxnSpMkLst>
        </pc:cxnChg>
        <pc:cxnChg chg="del">
          <ac:chgData name="Richard Mccreadie" userId="c13d50ac-4dc6-4047-9f21-b8d7aba70793" providerId="ADAL" clId="{DC566FED-2A85-4416-92B6-F5466FAE34D0}" dt="2024-01-05T16:14:45.806" v="63" actId="478"/>
          <ac:cxnSpMkLst>
            <pc:docMk/>
            <pc:sldMk cId="997784139" sldId="508"/>
            <ac:cxnSpMk id="156" creationId="{0C35631F-644D-8B4B-03B7-AA98C9CC3B57}"/>
          </ac:cxnSpMkLst>
        </pc:cxnChg>
      </pc:sldChg>
      <pc:sldChg chg="addSp delSp modSp add mod">
        <pc:chgData name="Richard Mccreadie" userId="c13d50ac-4dc6-4047-9f21-b8d7aba70793" providerId="ADAL" clId="{DC566FED-2A85-4416-92B6-F5466FAE34D0}" dt="2024-01-05T16:29:51.369" v="217" actId="13822"/>
        <pc:sldMkLst>
          <pc:docMk/>
          <pc:sldMk cId="3152228050" sldId="509"/>
        </pc:sldMkLst>
        <pc:spChg chg="mod">
          <ac:chgData name="Richard Mccreadie" userId="c13d50ac-4dc6-4047-9f21-b8d7aba70793" providerId="ADAL" clId="{DC566FED-2A85-4416-92B6-F5466FAE34D0}" dt="2024-01-05T16:15:22.287" v="73" actId="20577"/>
          <ac:spMkLst>
            <pc:docMk/>
            <pc:sldMk cId="3152228050" sldId="509"/>
            <ac:spMk id="2" creationId="{0FD15A79-2E41-94DF-6C0C-7DC30F0FAB23}"/>
          </ac:spMkLst>
        </pc:spChg>
        <pc:spChg chg="add mod">
          <ac:chgData name="Richard Mccreadie" userId="c13d50ac-4dc6-4047-9f21-b8d7aba70793" providerId="ADAL" clId="{DC566FED-2A85-4416-92B6-F5466FAE34D0}" dt="2024-01-05T16:29:51.369" v="217" actId="13822"/>
          <ac:spMkLst>
            <pc:docMk/>
            <pc:sldMk cId="3152228050" sldId="509"/>
            <ac:spMk id="3" creationId="{7BED1034-3E7E-E468-AA29-70F7E57AD0BC}"/>
          </ac:spMkLst>
        </pc:spChg>
        <pc:spChg chg="add mod">
          <ac:chgData name="Richard Mccreadie" userId="c13d50ac-4dc6-4047-9f21-b8d7aba70793" providerId="ADAL" clId="{DC566FED-2A85-4416-92B6-F5466FAE34D0}" dt="2024-01-05T16:29:51.369" v="217" actId="13822"/>
          <ac:spMkLst>
            <pc:docMk/>
            <pc:sldMk cId="3152228050" sldId="509"/>
            <ac:spMk id="4" creationId="{04010934-EF3D-88F4-96CA-CBE96BC60CF8}"/>
          </ac:spMkLst>
        </pc:spChg>
        <pc:spChg chg="add mod">
          <ac:chgData name="Richard Mccreadie" userId="c13d50ac-4dc6-4047-9f21-b8d7aba70793" providerId="ADAL" clId="{DC566FED-2A85-4416-92B6-F5466FAE34D0}" dt="2024-01-05T16:20:17.530" v="122" actId="14100"/>
          <ac:spMkLst>
            <pc:docMk/>
            <pc:sldMk cId="3152228050" sldId="509"/>
            <ac:spMk id="7" creationId="{020D10B7-EF79-7118-8AC2-27A3477C9B48}"/>
          </ac:spMkLst>
        </pc:spChg>
        <pc:spChg chg="add mod">
          <ac:chgData name="Richard Mccreadie" userId="c13d50ac-4dc6-4047-9f21-b8d7aba70793" providerId="ADAL" clId="{DC566FED-2A85-4416-92B6-F5466FAE34D0}" dt="2024-01-05T16:20:14.448" v="121"/>
          <ac:spMkLst>
            <pc:docMk/>
            <pc:sldMk cId="3152228050" sldId="509"/>
            <ac:spMk id="8" creationId="{6BC37923-BF25-9D1E-9D6B-28D9BB052782}"/>
          </ac:spMkLst>
        </pc:spChg>
        <pc:spChg chg="del">
          <ac:chgData name="Richard Mccreadie" userId="c13d50ac-4dc6-4047-9f21-b8d7aba70793" providerId="ADAL" clId="{DC566FED-2A85-4416-92B6-F5466FAE34D0}" dt="2024-01-05T16:15:57.949" v="80" actId="478"/>
          <ac:spMkLst>
            <pc:docMk/>
            <pc:sldMk cId="3152228050" sldId="509"/>
            <ac:spMk id="115" creationId="{F0D63812-1D69-01AD-221D-D8CA94524419}"/>
          </ac:spMkLst>
        </pc:spChg>
        <pc:spChg chg="del">
          <ac:chgData name="Richard Mccreadie" userId="c13d50ac-4dc6-4047-9f21-b8d7aba70793" providerId="ADAL" clId="{DC566FED-2A85-4416-92B6-F5466FAE34D0}" dt="2024-01-05T16:15:57.949" v="80" actId="478"/>
          <ac:spMkLst>
            <pc:docMk/>
            <pc:sldMk cId="3152228050" sldId="509"/>
            <ac:spMk id="116" creationId="{8BB1D9FD-3FD0-349A-CDC1-76AAC61896C0}"/>
          </ac:spMkLst>
        </pc:spChg>
        <pc:spChg chg="del mod">
          <ac:chgData name="Richard Mccreadie" userId="c13d50ac-4dc6-4047-9f21-b8d7aba70793" providerId="ADAL" clId="{DC566FED-2A85-4416-92B6-F5466FAE34D0}" dt="2024-01-05T16:18:23.352" v="102" actId="478"/>
          <ac:spMkLst>
            <pc:docMk/>
            <pc:sldMk cId="3152228050" sldId="509"/>
            <ac:spMk id="160" creationId="{0FC7F0D9-8038-FB1D-114D-670C72A1E2E6}"/>
          </ac:spMkLst>
        </pc:spChg>
        <pc:cxnChg chg="add mod">
          <ac:chgData name="Richard Mccreadie" userId="c13d50ac-4dc6-4047-9f21-b8d7aba70793" providerId="ADAL" clId="{DC566FED-2A85-4416-92B6-F5466FAE34D0}" dt="2024-01-05T16:15:44.714" v="75"/>
          <ac:cxnSpMkLst>
            <pc:docMk/>
            <pc:sldMk cId="3152228050" sldId="509"/>
            <ac:cxnSpMk id="5" creationId="{E0173B12-7F4C-44D6-1EDB-AB17285BC2E0}"/>
          </ac:cxnSpMkLst>
        </pc:cxnChg>
        <pc:cxnChg chg="add mod">
          <ac:chgData name="Richard Mccreadie" userId="c13d50ac-4dc6-4047-9f21-b8d7aba70793" providerId="ADAL" clId="{DC566FED-2A85-4416-92B6-F5466FAE34D0}" dt="2024-01-05T16:15:44.714" v="75"/>
          <ac:cxnSpMkLst>
            <pc:docMk/>
            <pc:sldMk cId="3152228050" sldId="509"/>
            <ac:cxnSpMk id="6" creationId="{2E3CE129-616C-F6B1-7866-1617F4E190FF}"/>
          </ac:cxnSpMkLst>
        </pc:cxnChg>
      </pc:sldChg>
      <pc:sldChg chg="addSp delSp modSp add mod">
        <pc:chgData name="Richard Mccreadie" userId="c13d50ac-4dc6-4047-9f21-b8d7aba70793" providerId="ADAL" clId="{DC566FED-2A85-4416-92B6-F5466FAE34D0}" dt="2024-01-05T16:30:00.378" v="218" actId="13822"/>
        <pc:sldMkLst>
          <pc:docMk/>
          <pc:sldMk cId="4143290758" sldId="510"/>
        </pc:sldMkLst>
        <pc:spChg chg="mod">
          <ac:chgData name="Richard Mccreadie" userId="c13d50ac-4dc6-4047-9f21-b8d7aba70793" providerId="ADAL" clId="{DC566FED-2A85-4416-92B6-F5466FAE34D0}" dt="2024-01-05T16:16:05.945" v="83" actId="20577"/>
          <ac:spMkLst>
            <pc:docMk/>
            <pc:sldMk cId="4143290758" sldId="510"/>
            <ac:spMk id="2" creationId="{0FD15A79-2E41-94DF-6C0C-7DC30F0FAB23}"/>
          </ac:spMkLst>
        </pc:spChg>
        <pc:spChg chg="add mod">
          <ac:chgData name="Richard Mccreadie" userId="c13d50ac-4dc6-4047-9f21-b8d7aba70793" providerId="ADAL" clId="{DC566FED-2A85-4416-92B6-F5466FAE34D0}" dt="2024-01-05T16:30:00.378" v="218" actId="13822"/>
          <ac:spMkLst>
            <pc:docMk/>
            <pc:sldMk cId="4143290758" sldId="510"/>
            <ac:spMk id="7" creationId="{1195AC92-768A-3277-5C41-6A840F3A9876}"/>
          </ac:spMkLst>
        </pc:spChg>
        <pc:spChg chg="add mod">
          <ac:chgData name="Richard Mccreadie" userId="c13d50ac-4dc6-4047-9f21-b8d7aba70793" providerId="ADAL" clId="{DC566FED-2A85-4416-92B6-F5466FAE34D0}" dt="2024-01-05T16:30:00.378" v="218" actId="13822"/>
          <ac:spMkLst>
            <pc:docMk/>
            <pc:sldMk cId="4143290758" sldId="510"/>
            <ac:spMk id="8" creationId="{D1BA5413-5323-B0BA-DDBC-EEAEDC78B838}"/>
          </ac:spMkLst>
        </pc:spChg>
        <pc:spChg chg="add mod">
          <ac:chgData name="Richard Mccreadie" userId="c13d50ac-4dc6-4047-9f21-b8d7aba70793" providerId="ADAL" clId="{DC566FED-2A85-4416-92B6-F5466FAE34D0}" dt="2024-01-05T16:30:00.378" v="218" actId="13822"/>
          <ac:spMkLst>
            <pc:docMk/>
            <pc:sldMk cId="4143290758" sldId="510"/>
            <ac:spMk id="11" creationId="{038570EA-419E-D459-FB2C-EB941762DCF6}"/>
          </ac:spMkLst>
        </pc:spChg>
        <pc:spChg chg="add mod">
          <ac:chgData name="Richard Mccreadie" userId="c13d50ac-4dc6-4047-9f21-b8d7aba70793" providerId="ADAL" clId="{DC566FED-2A85-4416-92B6-F5466FAE34D0}" dt="2024-01-05T16:30:00.378" v="218" actId="13822"/>
          <ac:spMkLst>
            <pc:docMk/>
            <pc:sldMk cId="4143290758" sldId="510"/>
            <ac:spMk id="12" creationId="{39D5AC64-9AE7-2A5C-FEB4-00A20C140A77}"/>
          </ac:spMkLst>
        </pc:spChg>
        <pc:spChg chg="add mod">
          <ac:chgData name="Richard Mccreadie" userId="c13d50ac-4dc6-4047-9f21-b8d7aba70793" providerId="ADAL" clId="{DC566FED-2A85-4416-92B6-F5466FAE34D0}" dt="2024-01-05T16:30:00.378" v="218" actId="13822"/>
          <ac:spMkLst>
            <pc:docMk/>
            <pc:sldMk cId="4143290758" sldId="510"/>
            <ac:spMk id="15" creationId="{DE7E1253-3BFC-DCBF-C3B3-518167D1BEA0}"/>
          </ac:spMkLst>
        </pc:spChg>
        <pc:spChg chg="add mod">
          <ac:chgData name="Richard Mccreadie" userId="c13d50ac-4dc6-4047-9f21-b8d7aba70793" providerId="ADAL" clId="{DC566FED-2A85-4416-92B6-F5466FAE34D0}" dt="2024-01-05T16:30:00.378" v="218" actId="13822"/>
          <ac:spMkLst>
            <pc:docMk/>
            <pc:sldMk cId="4143290758" sldId="510"/>
            <ac:spMk id="16" creationId="{73665ACE-FCE9-BD9F-D47A-15C3E78D710D}"/>
          </ac:spMkLst>
        </pc:spChg>
        <pc:spChg chg="add mod">
          <ac:chgData name="Richard Mccreadie" userId="c13d50ac-4dc6-4047-9f21-b8d7aba70793" providerId="ADAL" clId="{DC566FED-2A85-4416-92B6-F5466FAE34D0}" dt="2024-01-05T16:19:41.161" v="112"/>
          <ac:spMkLst>
            <pc:docMk/>
            <pc:sldMk cId="4143290758" sldId="510"/>
            <ac:spMk id="24" creationId="{89598A57-7FB0-9395-F1D8-1CCEBC3D5A9C}"/>
          </ac:spMkLst>
        </pc:spChg>
        <pc:spChg chg="add mod">
          <ac:chgData name="Richard Mccreadie" userId="c13d50ac-4dc6-4047-9f21-b8d7aba70793" providerId="ADAL" clId="{DC566FED-2A85-4416-92B6-F5466FAE34D0}" dt="2024-01-05T16:19:41.161" v="112"/>
          <ac:spMkLst>
            <pc:docMk/>
            <pc:sldMk cId="4143290758" sldId="510"/>
            <ac:spMk id="25" creationId="{4460B867-DF3F-5760-94E4-4BC52551A6DD}"/>
          </ac:spMkLst>
        </pc:spChg>
        <pc:spChg chg="add del mod">
          <ac:chgData name="Richard Mccreadie" userId="c13d50ac-4dc6-4047-9f21-b8d7aba70793" providerId="ADAL" clId="{DC566FED-2A85-4416-92B6-F5466FAE34D0}" dt="2024-01-05T16:19:51.124" v="115" actId="478"/>
          <ac:spMkLst>
            <pc:docMk/>
            <pc:sldMk cId="4143290758" sldId="510"/>
            <ac:spMk id="26" creationId="{0063A54A-9321-0701-A7C4-B68411587D70}"/>
          </ac:spMkLst>
        </pc:spChg>
        <pc:spChg chg="add del mod">
          <ac:chgData name="Richard Mccreadie" userId="c13d50ac-4dc6-4047-9f21-b8d7aba70793" providerId="ADAL" clId="{DC566FED-2A85-4416-92B6-F5466FAE34D0}" dt="2024-01-05T16:19:50.066" v="114" actId="478"/>
          <ac:spMkLst>
            <pc:docMk/>
            <pc:sldMk cId="4143290758" sldId="510"/>
            <ac:spMk id="27" creationId="{5E7982E4-C98C-9DA9-8052-BDA772ECBBB1}"/>
          </ac:spMkLst>
        </pc:spChg>
        <pc:spChg chg="add del mod">
          <ac:chgData name="Richard Mccreadie" userId="c13d50ac-4dc6-4047-9f21-b8d7aba70793" providerId="ADAL" clId="{DC566FED-2A85-4416-92B6-F5466FAE34D0}" dt="2024-01-05T16:19:49.574" v="113" actId="478"/>
          <ac:spMkLst>
            <pc:docMk/>
            <pc:sldMk cId="4143290758" sldId="510"/>
            <ac:spMk id="28" creationId="{F1D7F5F5-8231-5346-E0B5-51D5FEED389F}"/>
          </ac:spMkLst>
        </pc:spChg>
        <pc:spChg chg="del mod">
          <ac:chgData name="Richard Mccreadie" userId="c13d50ac-4dc6-4047-9f21-b8d7aba70793" providerId="ADAL" clId="{DC566FED-2A85-4416-92B6-F5466FAE34D0}" dt="2024-01-05T16:18:21.283" v="101" actId="478"/>
          <ac:spMkLst>
            <pc:docMk/>
            <pc:sldMk cId="4143290758" sldId="510"/>
            <ac:spMk id="160" creationId="{0FC7F0D9-8038-FB1D-114D-670C72A1E2E6}"/>
          </ac:spMkLst>
        </pc:spChg>
        <pc:cxnChg chg="add mod">
          <ac:chgData name="Richard Mccreadie" userId="c13d50ac-4dc6-4047-9f21-b8d7aba70793" providerId="ADAL" clId="{DC566FED-2A85-4416-92B6-F5466FAE34D0}" dt="2024-01-05T16:16:21.075" v="84"/>
          <ac:cxnSpMkLst>
            <pc:docMk/>
            <pc:sldMk cId="4143290758" sldId="510"/>
            <ac:cxnSpMk id="9" creationId="{C105335C-0EE8-C40F-54A4-2EE8E9CEA5D4}"/>
          </ac:cxnSpMkLst>
        </pc:cxnChg>
        <pc:cxnChg chg="add mod">
          <ac:chgData name="Richard Mccreadie" userId="c13d50ac-4dc6-4047-9f21-b8d7aba70793" providerId="ADAL" clId="{DC566FED-2A85-4416-92B6-F5466FAE34D0}" dt="2024-01-05T16:16:21.075" v="84"/>
          <ac:cxnSpMkLst>
            <pc:docMk/>
            <pc:sldMk cId="4143290758" sldId="510"/>
            <ac:cxnSpMk id="10" creationId="{9BE2D4FC-62B2-778B-0935-30A6ED5BC54B}"/>
          </ac:cxnSpMkLst>
        </pc:cxnChg>
        <pc:cxnChg chg="add mod">
          <ac:chgData name="Richard Mccreadie" userId="c13d50ac-4dc6-4047-9f21-b8d7aba70793" providerId="ADAL" clId="{DC566FED-2A85-4416-92B6-F5466FAE34D0}" dt="2024-01-05T16:16:21.075" v="84"/>
          <ac:cxnSpMkLst>
            <pc:docMk/>
            <pc:sldMk cId="4143290758" sldId="510"/>
            <ac:cxnSpMk id="13" creationId="{0B171569-E994-B83C-72A6-2015115C8C3E}"/>
          </ac:cxnSpMkLst>
        </pc:cxnChg>
        <pc:cxnChg chg="add mod">
          <ac:chgData name="Richard Mccreadie" userId="c13d50ac-4dc6-4047-9f21-b8d7aba70793" providerId="ADAL" clId="{DC566FED-2A85-4416-92B6-F5466FAE34D0}" dt="2024-01-05T16:16:21.075" v="84"/>
          <ac:cxnSpMkLst>
            <pc:docMk/>
            <pc:sldMk cId="4143290758" sldId="510"/>
            <ac:cxnSpMk id="14" creationId="{7EC5133D-9BD3-9DBC-0EF9-99641034CF85}"/>
          </ac:cxnSpMkLst>
        </pc:cxnChg>
        <pc:cxnChg chg="add mod">
          <ac:chgData name="Richard Mccreadie" userId="c13d50ac-4dc6-4047-9f21-b8d7aba70793" providerId="ADAL" clId="{DC566FED-2A85-4416-92B6-F5466FAE34D0}" dt="2024-01-05T16:17:06.150" v="85"/>
          <ac:cxnSpMkLst>
            <pc:docMk/>
            <pc:sldMk cId="4143290758" sldId="510"/>
            <ac:cxnSpMk id="17" creationId="{5CCA0FA7-1A53-FE3B-BD8F-D5A302C866EE}"/>
          </ac:cxnSpMkLst>
        </pc:cxnChg>
        <pc:cxnChg chg="add mod">
          <ac:chgData name="Richard Mccreadie" userId="c13d50ac-4dc6-4047-9f21-b8d7aba70793" providerId="ADAL" clId="{DC566FED-2A85-4416-92B6-F5466FAE34D0}" dt="2024-01-05T16:17:06.150" v="85"/>
          <ac:cxnSpMkLst>
            <pc:docMk/>
            <pc:sldMk cId="4143290758" sldId="510"/>
            <ac:cxnSpMk id="20" creationId="{99FC0391-4849-6E69-F7EC-2DCB5D71146F}"/>
          </ac:cxnSpMkLst>
        </pc:cxnChg>
        <pc:cxnChg chg="add del mod">
          <ac:chgData name="Richard Mccreadie" userId="c13d50ac-4dc6-4047-9f21-b8d7aba70793" providerId="ADAL" clId="{DC566FED-2A85-4416-92B6-F5466FAE34D0}" dt="2024-01-05T16:17:09.444" v="86" actId="478"/>
          <ac:cxnSpMkLst>
            <pc:docMk/>
            <pc:sldMk cId="4143290758" sldId="510"/>
            <ac:cxnSpMk id="21" creationId="{FBE6D85F-FF80-776F-FB39-24C3629AD80B}"/>
          </ac:cxnSpMkLst>
        </pc:cxnChg>
        <pc:cxnChg chg="add del mod">
          <ac:chgData name="Richard Mccreadie" userId="c13d50ac-4dc6-4047-9f21-b8d7aba70793" providerId="ADAL" clId="{DC566FED-2A85-4416-92B6-F5466FAE34D0}" dt="2024-01-05T16:17:10.493" v="87" actId="478"/>
          <ac:cxnSpMkLst>
            <pc:docMk/>
            <pc:sldMk cId="4143290758" sldId="510"/>
            <ac:cxnSpMk id="22" creationId="{DF52B7D5-EB19-A9A0-66D6-6D4DBEC30545}"/>
          </ac:cxnSpMkLst>
        </pc:cxnChg>
        <pc:cxnChg chg="add del mod">
          <ac:chgData name="Richard Mccreadie" userId="c13d50ac-4dc6-4047-9f21-b8d7aba70793" providerId="ADAL" clId="{DC566FED-2A85-4416-92B6-F5466FAE34D0}" dt="2024-01-05T16:17:11.228" v="88" actId="478"/>
          <ac:cxnSpMkLst>
            <pc:docMk/>
            <pc:sldMk cId="4143290758" sldId="510"/>
            <ac:cxnSpMk id="23" creationId="{FF7B0194-5AF6-0665-829C-6E5D56D63C2F}"/>
          </ac:cxnSpMkLst>
        </pc:cxnChg>
      </pc:sldChg>
      <pc:sldChg chg="addSp delSp modSp add mod">
        <pc:chgData name="Richard Mccreadie" userId="c13d50ac-4dc6-4047-9f21-b8d7aba70793" providerId="ADAL" clId="{DC566FED-2A85-4416-92B6-F5466FAE34D0}" dt="2024-01-05T16:30:10.150" v="219" actId="13822"/>
        <pc:sldMkLst>
          <pc:docMk/>
          <pc:sldMk cId="2308049347" sldId="511"/>
        </pc:sldMkLst>
        <pc:spChg chg="mod">
          <ac:chgData name="Richard Mccreadie" userId="c13d50ac-4dc6-4047-9f21-b8d7aba70793" providerId="ADAL" clId="{DC566FED-2A85-4416-92B6-F5466FAE34D0}" dt="2024-01-05T16:17:46.970" v="94" actId="20577"/>
          <ac:spMkLst>
            <pc:docMk/>
            <pc:sldMk cId="2308049347" sldId="511"/>
            <ac:spMk id="2" creationId="{0FD15A79-2E41-94DF-6C0C-7DC30F0FAB23}"/>
          </ac:spMkLst>
        </pc:spChg>
        <pc:spChg chg="add mod">
          <ac:chgData name="Richard Mccreadie" userId="c13d50ac-4dc6-4047-9f21-b8d7aba70793" providerId="ADAL" clId="{DC566FED-2A85-4416-92B6-F5466FAE34D0}" dt="2024-01-05T16:30:10.150" v="219" actId="13822"/>
          <ac:spMkLst>
            <pc:docMk/>
            <pc:sldMk cId="2308049347" sldId="511"/>
            <ac:spMk id="21" creationId="{735AB20A-DE01-DE5E-694F-153A90F21AED}"/>
          </ac:spMkLst>
        </pc:spChg>
        <pc:spChg chg="add mod">
          <ac:chgData name="Richard Mccreadie" userId="c13d50ac-4dc6-4047-9f21-b8d7aba70793" providerId="ADAL" clId="{DC566FED-2A85-4416-92B6-F5466FAE34D0}" dt="2024-01-05T16:30:10.150" v="219" actId="13822"/>
          <ac:spMkLst>
            <pc:docMk/>
            <pc:sldMk cId="2308049347" sldId="511"/>
            <ac:spMk id="22" creationId="{C718CF52-0463-5547-1C35-B6576B447226}"/>
          </ac:spMkLst>
        </pc:spChg>
        <pc:spChg chg="add mod">
          <ac:chgData name="Richard Mccreadie" userId="c13d50ac-4dc6-4047-9f21-b8d7aba70793" providerId="ADAL" clId="{DC566FED-2A85-4416-92B6-F5466FAE34D0}" dt="2024-01-05T16:30:10.150" v="219" actId="13822"/>
          <ac:spMkLst>
            <pc:docMk/>
            <pc:sldMk cId="2308049347" sldId="511"/>
            <ac:spMk id="25" creationId="{CEFBB9EA-6ED7-E285-2E42-370255CCA4FD}"/>
          </ac:spMkLst>
        </pc:spChg>
        <pc:spChg chg="add mod">
          <ac:chgData name="Richard Mccreadie" userId="c13d50ac-4dc6-4047-9f21-b8d7aba70793" providerId="ADAL" clId="{DC566FED-2A85-4416-92B6-F5466FAE34D0}" dt="2024-01-05T16:30:10.150" v="219" actId="13822"/>
          <ac:spMkLst>
            <pc:docMk/>
            <pc:sldMk cId="2308049347" sldId="511"/>
            <ac:spMk id="27" creationId="{3241BCED-4743-17A4-C8F3-76DAEDC8774C}"/>
          </ac:spMkLst>
        </pc:spChg>
        <pc:spChg chg="add mod">
          <ac:chgData name="Richard Mccreadie" userId="c13d50ac-4dc6-4047-9f21-b8d7aba70793" providerId="ADAL" clId="{DC566FED-2A85-4416-92B6-F5466FAE34D0}" dt="2024-01-05T16:18:56.570" v="104"/>
          <ac:spMkLst>
            <pc:docMk/>
            <pc:sldMk cId="2308049347" sldId="511"/>
            <ac:spMk id="29" creationId="{5DD80319-F73E-701A-BCC0-B1C407E7F81B}"/>
          </ac:spMkLst>
        </pc:spChg>
        <pc:spChg chg="add mod">
          <ac:chgData name="Richard Mccreadie" userId="c13d50ac-4dc6-4047-9f21-b8d7aba70793" providerId="ADAL" clId="{DC566FED-2A85-4416-92B6-F5466FAE34D0}" dt="2024-01-05T16:18:56.570" v="104"/>
          <ac:spMkLst>
            <pc:docMk/>
            <pc:sldMk cId="2308049347" sldId="511"/>
            <ac:spMk id="30" creationId="{0EE984B4-4220-23F8-EACC-D97AF9C9E27D}"/>
          </ac:spMkLst>
        </pc:spChg>
        <pc:spChg chg="add mod">
          <ac:chgData name="Richard Mccreadie" userId="c13d50ac-4dc6-4047-9f21-b8d7aba70793" providerId="ADAL" clId="{DC566FED-2A85-4416-92B6-F5466FAE34D0}" dt="2024-01-05T16:19:21.617" v="107" actId="14100"/>
          <ac:spMkLst>
            <pc:docMk/>
            <pc:sldMk cId="2308049347" sldId="511"/>
            <ac:spMk id="31" creationId="{0A51DEB9-2F1A-F342-B635-B4EE632F16F6}"/>
          </ac:spMkLst>
        </pc:spChg>
        <pc:spChg chg="add mod">
          <ac:chgData name="Richard Mccreadie" userId="c13d50ac-4dc6-4047-9f21-b8d7aba70793" providerId="ADAL" clId="{DC566FED-2A85-4416-92B6-F5466FAE34D0}" dt="2024-01-05T16:19:02.014" v="105" actId="14100"/>
          <ac:spMkLst>
            <pc:docMk/>
            <pc:sldMk cId="2308049347" sldId="511"/>
            <ac:spMk id="32" creationId="{A07293C8-7282-A727-2598-4F6B46FACC03}"/>
          </ac:spMkLst>
        </pc:spChg>
        <pc:spChg chg="add mod">
          <ac:chgData name="Richard Mccreadie" userId="c13d50ac-4dc6-4047-9f21-b8d7aba70793" providerId="ADAL" clId="{DC566FED-2A85-4416-92B6-F5466FAE34D0}" dt="2024-01-05T16:19:29.209" v="111" actId="14100"/>
          <ac:spMkLst>
            <pc:docMk/>
            <pc:sldMk cId="2308049347" sldId="511"/>
            <ac:spMk id="33" creationId="{C31D5889-F8DA-62CA-8C98-5B8A0A143450}"/>
          </ac:spMkLst>
        </pc:spChg>
        <pc:spChg chg="del mod">
          <ac:chgData name="Richard Mccreadie" userId="c13d50ac-4dc6-4047-9f21-b8d7aba70793" providerId="ADAL" clId="{DC566FED-2A85-4416-92B6-F5466FAE34D0}" dt="2024-01-05T16:18:18.831" v="100" actId="478"/>
          <ac:spMkLst>
            <pc:docMk/>
            <pc:sldMk cId="2308049347" sldId="511"/>
            <ac:spMk id="160" creationId="{0FC7F0D9-8038-FB1D-114D-670C72A1E2E6}"/>
          </ac:spMkLst>
        </pc:spChg>
        <pc:cxnChg chg="add mod">
          <ac:chgData name="Richard Mccreadie" userId="c13d50ac-4dc6-4047-9f21-b8d7aba70793" providerId="ADAL" clId="{DC566FED-2A85-4416-92B6-F5466FAE34D0}" dt="2024-01-05T16:18:02.150" v="95"/>
          <ac:cxnSpMkLst>
            <pc:docMk/>
            <pc:sldMk cId="2308049347" sldId="511"/>
            <ac:cxnSpMk id="23" creationId="{BE4F00A2-52EA-2397-60EF-1A2A068EB6A0}"/>
          </ac:cxnSpMkLst>
        </pc:cxnChg>
        <pc:cxnChg chg="add mod">
          <ac:chgData name="Richard Mccreadie" userId="c13d50ac-4dc6-4047-9f21-b8d7aba70793" providerId="ADAL" clId="{DC566FED-2A85-4416-92B6-F5466FAE34D0}" dt="2024-01-05T16:18:02.150" v="95"/>
          <ac:cxnSpMkLst>
            <pc:docMk/>
            <pc:sldMk cId="2308049347" sldId="511"/>
            <ac:cxnSpMk id="24" creationId="{AFCB4DE1-691C-BA1B-E0DB-C7219B07317A}"/>
          </ac:cxnSpMkLst>
        </pc:cxnChg>
        <pc:cxnChg chg="add mod">
          <ac:chgData name="Richard Mccreadie" userId="c13d50ac-4dc6-4047-9f21-b8d7aba70793" providerId="ADAL" clId="{DC566FED-2A85-4416-92B6-F5466FAE34D0}" dt="2024-01-05T16:18:02.150" v="95"/>
          <ac:cxnSpMkLst>
            <pc:docMk/>
            <pc:sldMk cId="2308049347" sldId="511"/>
            <ac:cxnSpMk id="26" creationId="{F4359972-162C-6223-6B59-B1B55851582B}"/>
          </ac:cxnSpMkLst>
        </pc:cxnChg>
        <pc:cxnChg chg="add mod">
          <ac:chgData name="Richard Mccreadie" userId="c13d50ac-4dc6-4047-9f21-b8d7aba70793" providerId="ADAL" clId="{DC566FED-2A85-4416-92B6-F5466FAE34D0}" dt="2024-01-05T16:18:06.946" v="96"/>
          <ac:cxnSpMkLst>
            <pc:docMk/>
            <pc:sldMk cId="2308049347" sldId="511"/>
            <ac:cxnSpMk id="28" creationId="{9071F3D1-31CA-2C9F-7285-D289B7517D5D}"/>
          </ac:cxnSpMkLst>
        </pc:cxnChg>
      </pc:sldChg>
      <pc:sldChg chg="addSp modSp add mod">
        <pc:chgData name="Richard Mccreadie" userId="c13d50ac-4dc6-4047-9f21-b8d7aba70793" providerId="ADAL" clId="{DC566FED-2A85-4416-92B6-F5466FAE34D0}" dt="2024-01-05T16:30:20.595" v="220" actId="13822"/>
        <pc:sldMkLst>
          <pc:docMk/>
          <pc:sldMk cId="2241683931" sldId="512"/>
        </pc:sldMkLst>
        <pc:spChg chg="mod">
          <ac:chgData name="Richard Mccreadie" userId="c13d50ac-4dc6-4047-9f21-b8d7aba70793" providerId="ADAL" clId="{DC566FED-2A85-4416-92B6-F5466FAE34D0}" dt="2024-01-05T16:20:51.401" v="127" actId="20577"/>
          <ac:spMkLst>
            <pc:docMk/>
            <pc:sldMk cId="2241683931" sldId="512"/>
            <ac:spMk id="2" creationId="{0FD15A79-2E41-94DF-6C0C-7DC30F0FAB23}"/>
          </ac:spMkLst>
        </pc:spChg>
        <pc:spChg chg="mod">
          <ac:chgData name="Richard Mccreadie" userId="c13d50ac-4dc6-4047-9f21-b8d7aba70793" providerId="ADAL" clId="{DC566FED-2A85-4416-92B6-F5466FAE34D0}" dt="2024-01-05T16:20:37.001" v="124" actId="14100"/>
          <ac:spMkLst>
            <pc:docMk/>
            <pc:sldMk cId="2241683931" sldId="512"/>
            <ac:spMk id="31" creationId="{0A51DEB9-2F1A-F342-B635-B4EE632F16F6}"/>
          </ac:spMkLst>
        </pc:spChg>
        <pc:spChg chg="mod">
          <ac:chgData name="Richard Mccreadie" userId="c13d50ac-4dc6-4047-9f21-b8d7aba70793" providerId="ADAL" clId="{DC566FED-2A85-4416-92B6-F5466FAE34D0}" dt="2024-01-05T16:20:42.785" v="126" actId="14100"/>
          <ac:spMkLst>
            <pc:docMk/>
            <pc:sldMk cId="2241683931" sldId="512"/>
            <ac:spMk id="33" creationId="{C31D5889-F8DA-62CA-8C98-5B8A0A143450}"/>
          </ac:spMkLst>
        </pc:spChg>
        <pc:spChg chg="add mod">
          <ac:chgData name="Richard Mccreadie" userId="c13d50ac-4dc6-4047-9f21-b8d7aba70793" providerId="ADAL" clId="{DC566FED-2A85-4416-92B6-F5466FAE34D0}" dt="2024-01-05T16:30:20.595" v="220" actId="13822"/>
          <ac:spMkLst>
            <pc:docMk/>
            <pc:sldMk cId="2241683931" sldId="512"/>
            <ac:spMk id="35" creationId="{2EFB12F8-82B6-C863-B76D-702E8B76B151}"/>
          </ac:spMkLst>
        </pc:spChg>
        <pc:spChg chg="add mod">
          <ac:chgData name="Richard Mccreadie" userId="c13d50ac-4dc6-4047-9f21-b8d7aba70793" providerId="ADAL" clId="{DC566FED-2A85-4416-92B6-F5466FAE34D0}" dt="2024-01-05T16:30:20.595" v="220" actId="13822"/>
          <ac:spMkLst>
            <pc:docMk/>
            <pc:sldMk cId="2241683931" sldId="512"/>
            <ac:spMk id="38" creationId="{8085D798-85C9-649B-8745-479209F3AC75}"/>
          </ac:spMkLst>
        </pc:spChg>
        <pc:spChg chg="add mod">
          <ac:chgData name="Richard Mccreadie" userId="c13d50ac-4dc6-4047-9f21-b8d7aba70793" providerId="ADAL" clId="{DC566FED-2A85-4416-92B6-F5466FAE34D0}" dt="2024-01-05T16:30:20.595" v="220" actId="13822"/>
          <ac:spMkLst>
            <pc:docMk/>
            <pc:sldMk cId="2241683931" sldId="512"/>
            <ac:spMk id="39" creationId="{A7BDC29A-A28E-9D92-5890-F0A6A7D333BE}"/>
          </ac:spMkLst>
        </pc:spChg>
        <pc:spChg chg="add mod">
          <ac:chgData name="Richard Mccreadie" userId="c13d50ac-4dc6-4047-9f21-b8d7aba70793" providerId="ADAL" clId="{DC566FED-2A85-4416-92B6-F5466FAE34D0}" dt="2024-01-05T16:30:20.595" v="220" actId="13822"/>
          <ac:spMkLst>
            <pc:docMk/>
            <pc:sldMk cId="2241683931" sldId="512"/>
            <ac:spMk id="40" creationId="{F9217D3D-A29A-5D0E-4140-9B8B8D4DF719}"/>
          </ac:spMkLst>
        </pc:spChg>
        <pc:spChg chg="add mod">
          <ac:chgData name="Richard Mccreadie" userId="c13d50ac-4dc6-4047-9f21-b8d7aba70793" providerId="ADAL" clId="{DC566FED-2A85-4416-92B6-F5466FAE34D0}" dt="2024-01-05T16:30:20.595" v="220" actId="13822"/>
          <ac:spMkLst>
            <pc:docMk/>
            <pc:sldMk cId="2241683931" sldId="512"/>
            <ac:spMk id="41" creationId="{4D730540-6C06-2686-851E-D2B57EB6804F}"/>
          </ac:spMkLst>
        </pc:spChg>
        <pc:cxnChg chg="add mod">
          <ac:chgData name="Richard Mccreadie" userId="c13d50ac-4dc6-4047-9f21-b8d7aba70793" providerId="ADAL" clId="{DC566FED-2A85-4416-92B6-F5466FAE34D0}" dt="2024-01-05T16:21:21.642" v="128"/>
          <ac:cxnSpMkLst>
            <pc:docMk/>
            <pc:sldMk cId="2241683931" sldId="512"/>
            <ac:cxnSpMk id="34" creationId="{4A4E0587-33E4-8824-60D9-C7C8AEB55637}"/>
          </ac:cxnSpMkLst>
        </pc:cxnChg>
        <pc:cxnChg chg="add mod">
          <ac:chgData name="Richard Mccreadie" userId="c13d50ac-4dc6-4047-9f21-b8d7aba70793" providerId="ADAL" clId="{DC566FED-2A85-4416-92B6-F5466FAE34D0}" dt="2024-01-05T16:21:21.642" v="128"/>
          <ac:cxnSpMkLst>
            <pc:docMk/>
            <pc:sldMk cId="2241683931" sldId="512"/>
            <ac:cxnSpMk id="36" creationId="{6D77CF05-A251-5A88-A830-7E7A9AE2C138}"/>
          </ac:cxnSpMkLst>
        </pc:cxnChg>
        <pc:cxnChg chg="add mod">
          <ac:chgData name="Richard Mccreadie" userId="c13d50ac-4dc6-4047-9f21-b8d7aba70793" providerId="ADAL" clId="{DC566FED-2A85-4416-92B6-F5466FAE34D0}" dt="2024-01-05T16:21:21.642" v="128"/>
          <ac:cxnSpMkLst>
            <pc:docMk/>
            <pc:sldMk cId="2241683931" sldId="512"/>
            <ac:cxnSpMk id="37" creationId="{436FA1E8-3072-E9F5-6BBB-792D050FCAF6}"/>
          </ac:cxnSpMkLst>
        </pc:cxnChg>
        <pc:cxnChg chg="add mod">
          <ac:chgData name="Richard Mccreadie" userId="c13d50ac-4dc6-4047-9f21-b8d7aba70793" providerId="ADAL" clId="{DC566FED-2A85-4416-92B6-F5466FAE34D0}" dt="2024-01-05T16:22:31.778" v="133"/>
          <ac:cxnSpMkLst>
            <pc:docMk/>
            <pc:sldMk cId="2241683931" sldId="512"/>
            <ac:cxnSpMk id="42" creationId="{7E62154B-F0B3-AD66-1458-8CB183A48B3B}"/>
          </ac:cxnSpMkLst>
        </pc:cxnChg>
      </pc:sldChg>
      <pc:sldChg chg="addSp delSp modSp add mod">
        <pc:chgData name="Richard Mccreadie" userId="c13d50ac-4dc6-4047-9f21-b8d7aba70793" providerId="ADAL" clId="{DC566FED-2A85-4416-92B6-F5466FAE34D0}" dt="2024-01-05T16:30:34.864" v="221" actId="13822"/>
        <pc:sldMkLst>
          <pc:docMk/>
          <pc:sldMk cId="3944640910" sldId="513"/>
        </pc:sldMkLst>
        <pc:spChg chg="mod">
          <ac:chgData name="Richard Mccreadie" userId="c13d50ac-4dc6-4047-9f21-b8d7aba70793" providerId="ADAL" clId="{DC566FED-2A85-4416-92B6-F5466FAE34D0}" dt="2024-01-05T16:23:28.885" v="148" actId="20577"/>
          <ac:spMkLst>
            <pc:docMk/>
            <pc:sldMk cId="3944640910" sldId="513"/>
            <ac:spMk id="2" creationId="{0FD15A79-2E41-94DF-6C0C-7DC30F0FAB23}"/>
          </ac:spMkLst>
        </pc:spChg>
        <pc:spChg chg="add mod">
          <ac:chgData name="Richard Mccreadie" userId="c13d50ac-4dc6-4047-9f21-b8d7aba70793" providerId="ADAL" clId="{DC566FED-2A85-4416-92B6-F5466FAE34D0}" dt="2024-01-05T16:30:34.864" v="221" actId="13822"/>
          <ac:spMkLst>
            <pc:docMk/>
            <pc:sldMk cId="3944640910" sldId="513"/>
            <ac:spMk id="41" creationId="{9A27BC77-92FB-703D-D6D8-52A414B50D87}"/>
          </ac:spMkLst>
        </pc:spChg>
        <pc:spChg chg="add mod">
          <ac:chgData name="Richard Mccreadie" userId="c13d50ac-4dc6-4047-9f21-b8d7aba70793" providerId="ADAL" clId="{DC566FED-2A85-4416-92B6-F5466FAE34D0}" dt="2024-01-05T16:30:34.864" v="221" actId="13822"/>
          <ac:spMkLst>
            <pc:docMk/>
            <pc:sldMk cId="3944640910" sldId="513"/>
            <ac:spMk id="43" creationId="{EA53C314-C52E-1CCE-B0F8-FD9E971F7352}"/>
          </ac:spMkLst>
        </pc:spChg>
        <pc:spChg chg="add mod">
          <ac:chgData name="Richard Mccreadie" userId="c13d50ac-4dc6-4047-9f21-b8d7aba70793" providerId="ADAL" clId="{DC566FED-2A85-4416-92B6-F5466FAE34D0}" dt="2024-01-05T16:30:34.864" v="221" actId="13822"/>
          <ac:spMkLst>
            <pc:docMk/>
            <pc:sldMk cId="3944640910" sldId="513"/>
            <ac:spMk id="44" creationId="{A7DDB539-D216-DF6A-CEDA-A23F65898537}"/>
          </ac:spMkLst>
        </pc:spChg>
        <pc:spChg chg="add del mod">
          <ac:chgData name="Richard Mccreadie" userId="c13d50ac-4dc6-4047-9f21-b8d7aba70793" providerId="ADAL" clId="{DC566FED-2A85-4416-92B6-F5466FAE34D0}" dt="2024-01-05T16:23:20.600" v="145" actId="478"/>
          <ac:spMkLst>
            <pc:docMk/>
            <pc:sldMk cId="3944640910" sldId="513"/>
            <ac:spMk id="45" creationId="{325CEB49-3959-B14B-6DA7-1B4B20831742}"/>
          </ac:spMkLst>
        </pc:spChg>
        <pc:spChg chg="add mod">
          <ac:chgData name="Richard Mccreadie" userId="c13d50ac-4dc6-4047-9f21-b8d7aba70793" providerId="ADAL" clId="{DC566FED-2A85-4416-92B6-F5466FAE34D0}" dt="2024-01-05T16:22:19.048" v="132"/>
          <ac:spMkLst>
            <pc:docMk/>
            <pc:sldMk cId="3944640910" sldId="513"/>
            <ac:spMk id="49" creationId="{044D5BB3-E11C-6B92-CA8A-C50A0F3039E4}"/>
          </ac:spMkLst>
        </pc:spChg>
        <pc:spChg chg="add mod">
          <ac:chgData name="Richard Mccreadie" userId="c13d50ac-4dc6-4047-9f21-b8d7aba70793" providerId="ADAL" clId="{DC566FED-2A85-4416-92B6-F5466FAE34D0}" dt="2024-01-05T16:30:34.864" v="221" actId="13822"/>
          <ac:spMkLst>
            <pc:docMk/>
            <pc:sldMk cId="3944640910" sldId="513"/>
            <ac:spMk id="54" creationId="{607A3E9B-12A3-90DC-26B4-128CB8ECEFA0}"/>
          </ac:spMkLst>
        </pc:spChg>
        <pc:spChg chg="add mod">
          <ac:chgData name="Richard Mccreadie" userId="c13d50ac-4dc6-4047-9f21-b8d7aba70793" providerId="ADAL" clId="{DC566FED-2A85-4416-92B6-F5466FAE34D0}" dt="2024-01-05T16:22:51.294" v="137" actId="14100"/>
          <ac:spMkLst>
            <pc:docMk/>
            <pc:sldMk cId="3944640910" sldId="513"/>
            <ac:spMk id="57" creationId="{99693DEE-D601-3706-7F2A-956010C4C47A}"/>
          </ac:spMkLst>
        </pc:spChg>
        <pc:spChg chg="add mod">
          <ac:chgData name="Richard Mccreadie" userId="c13d50ac-4dc6-4047-9f21-b8d7aba70793" providerId="ADAL" clId="{DC566FED-2A85-4416-92B6-F5466FAE34D0}" dt="2024-01-05T16:23:10.198" v="143" actId="14100"/>
          <ac:spMkLst>
            <pc:docMk/>
            <pc:sldMk cId="3944640910" sldId="513"/>
            <ac:spMk id="60" creationId="{99CBE965-87A9-C072-4072-363747336824}"/>
          </ac:spMkLst>
        </pc:spChg>
        <pc:cxnChg chg="add mod">
          <ac:chgData name="Richard Mccreadie" userId="c13d50ac-4dc6-4047-9f21-b8d7aba70793" providerId="ADAL" clId="{DC566FED-2A85-4416-92B6-F5466FAE34D0}" dt="2024-01-05T16:22:02.436" v="131"/>
          <ac:cxnSpMkLst>
            <pc:docMk/>
            <pc:sldMk cId="3944640910" sldId="513"/>
            <ac:cxnSpMk id="42" creationId="{3C097A1F-8EF1-85C6-9502-7059A8455BC8}"/>
          </ac:cxnSpMkLst>
        </pc:cxnChg>
        <pc:cxnChg chg="add mod">
          <ac:chgData name="Richard Mccreadie" userId="c13d50ac-4dc6-4047-9f21-b8d7aba70793" providerId="ADAL" clId="{DC566FED-2A85-4416-92B6-F5466FAE34D0}" dt="2024-01-05T16:22:19.048" v="132"/>
          <ac:cxnSpMkLst>
            <pc:docMk/>
            <pc:sldMk cId="3944640910" sldId="513"/>
            <ac:cxnSpMk id="46" creationId="{5C51C8E0-6B98-D4FC-B6B9-25D9A8337511}"/>
          </ac:cxnSpMkLst>
        </pc:cxnChg>
        <pc:cxnChg chg="add del mod">
          <ac:chgData name="Richard Mccreadie" userId="c13d50ac-4dc6-4047-9f21-b8d7aba70793" providerId="ADAL" clId="{DC566FED-2A85-4416-92B6-F5466FAE34D0}" dt="2024-01-05T16:23:22.551" v="147" actId="478"/>
          <ac:cxnSpMkLst>
            <pc:docMk/>
            <pc:sldMk cId="3944640910" sldId="513"/>
            <ac:cxnSpMk id="47" creationId="{AD4BC5CC-E50E-04C7-BBE0-4E8CDD1D4495}"/>
          </ac:cxnSpMkLst>
        </pc:cxnChg>
        <pc:cxnChg chg="add del mod">
          <ac:chgData name="Richard Mccreadie" userId="c13d50ac-4dc6-4047-9f21-b8d7aba70793" providerId="ADAL" clId="{DC566FED-2A85-4416-92B6-F5466FAE34D0}" dt="2024-01-05T16:23:21.887" v="146" actId="478"/>
          <ac:cxnSpMkLst>
            <pc:docMk/>
            <pc:sldMk cId="3944640910" sldId="513"/>
            <ac:cxnSpMk id="48" creationId="{107EAB63-4908-9F62-452F-6DC31539AAFB}"/>
          </ac:cxnSpMkLst>
        </pc:cxnChg>
        <pc:cxnChg chg="add mod">
          <ac:chgData name="Richard Mccreadie" userId="c13d50ac-4dc6-4047-9f21-b8d7aba70793" providerId="ADAL" clId="{DC566FED-2A85-4416-92B6-F5466FAE34D0}" dt="2024-01-05T16:22:19.048" v="132"/>
          <ac:cxnSpMkLst>
            <pc:docMk/>
            <pc:sldMk cId="3944640910" sldId="513"/>
            <ac:cxnSpMk id="50" creationId="{748E90B6-1589-7C66-C83A-2104207B6711}"/>
          </ac:cxnSpMkLst>
        </pc:cxnChg>
        <pc:cxnChg chg="add mod">
          <ac:chgData name="Richard Mccreadie" userId="c13d50ac-4dc6-4047-9f21-b8d7aba70793" providerId="ADAL" clId="{DC566FED-2A85-4416-92B6-F5466FAE34D0}" dt="2024-01-05T16:22:19.048" v="132"/>
          <ac:cxnSpMkLst>
            <pc:docMk/>
            <pc:sldMk cId="3944640910" sldId="513"/>
            <ac:cxnSpMk id="52" creationId="{33B4F2DA-A78E-9A47-D2DD-82DB6DB5C9AD}"/>
          </ac:cxnSpMkLst>
        </pc:cxnChg>
        <pc:cxnChg chg="add mod ord">
          <ac:chgData name="Richard Mccreadie" userId="c13d50ac-4dc6-4047-9f21-b8d7aba70793" providerId="ADAL" clId="{DC566FED-2A85-4416-92B6-F5466FAE34D0}" dt="2024-01-05T16:23:15.470" v="144" actId="166"/>
          <ac:cxnSpMkLst>
            <pc:docMk/>
            <pc:sldMk cId="3944640910" sldId="513"/>
            <ac:cxnSpMk id="53" creationId="{12B4032D-4C52-D94E-5A1B-83683509E105}"/>
          </ac:cxnSpMkLst>
        </pc:cxnChg>
        <pc:cxnChg chg="add mod">
          <ac:chgData name="Richard Mccreadie" userId="c13d50ac-4dc6-4047-9f21-b8d7aba70793" providerId="ADAL" clId="{DC566FED-2A85-4416-92B6-F5466FAE34D0}" dt="2024-01-05T16:22:19.048" v="132"/>
          <ac:cxnSpMkLst>
            <pc:docMk/>
            <pc:sldMk cId="3944640910" sldId="513"/>
            <ac:cxnSpMk id="55" creationId="{0F96E86E-EF69-53E8-D232-8410B9E924F3}"/>
          </ac:cxnSpMkLst>
        </pc:cxnChg>
      </pc:sldChg>
      <pc:sldChg chg="add del">
        <pc:chgData name="Richard Mccreadie" userId="c13d50ac-4dc6-4047-9f21-b8d7aba70793" providerId="ADAL" clId="{DC566FED-2A85-4416-92B6-F5466FAE34D0}" dt="2024-01-05T16:24:11.180" v="155" actId="47"/>
        <pc:sldMkLst>
          <pc:docMk/>
          <pc:sldMk cId="293769784" sldId="514"/>
        </pc:sldMkLst>
      </pc:sldChg>
      <pc:sldChg chg="addSp modSp add mod">
        <pc:chgData name="Richard Mccreadie" userId="c13d50ac-4dc6-4047-9f21-b8d7aba70793" providerId="ADAL" clId="{DC566FED-2A85-4416-92B6-F5466FAE34D0}" dt="2024-01-05T16:24:17.519" v="156" actId="166"/>
        <pc:sldMkLst>
          <pc:docMk/>
          <pc:sldMk cId="653934691" sldId="515"/>
        </pc:sldMkLst>
        <pc:spChg chg="mod">
          <ac:chgData name="Richard Mccreadie" userId="c13d50ac-4dc6-4047-9f21-b8d7aba70793" providerId="ADAL" clId="{DC566FED-2A85-4416-92B6-F5466FAE34D0}" dt="2024-01-05T16:24:01.189" v="151" actId="20577"/>
          <ac:spMkLst>
            <pc:docMk/>
            <pc:sldMk cId="653934691" sldId="515"/>
            <ac:spMk id="2" creationId="{0FD15A79-2E41-94DF-6C0C-7DC30F0FAB23}"/>
          </ac:spMkLst>
        </pc:spChg>
        <pc:spChg chg="add mod">
          <ac:chgData name="Richard Mccreadie" userId="c13d50ac-4dc6-4047-9f21-b8d7aba70793" providerId="ADAL" clId="{DC566FED-2A85-4416-92B6-F5466FAE34D0}" dt="2024-01-05T16:24:02.981" v="152"/>
          <ac:spMkLst>
            <pc:docMk/>
            <pc:sldMk cId="653934691" sldId="515"/>
            <ac:spMk id="45" creationId="{9C0CBD09-34F8-FF68-295A-2097B2758ACD}"/>
          </ac:spMkLst>
        </pc:spChg>
        <pc:spChg chg="add mod">
          <ac:chgData name="Richard Mccreadie" userId="c13d50ac-4dc6-4047-9f21-b8d7aba70793" providerId="ADAL" clId="{DC566FED-2A85-4416-92B6-F5466FAE34D0}" dt="2024-01-05T16:24:02.981" v="152"/>
          <ac:spMkLst>
            <pc:docMk/>
            <pc:sldMk cId="653934691" sldId="515"/>
            <ac:spMk id="47" creationId="{438770A3-CF67-EB93-5362-409B2480EF13}"/>
          </ac:spMkLst>
        </pc:spChg>
        <pc:spChg chg="mod ord">
          <ac:chgData name="Richard Mccreadie" userId="c13d50ac-4dc6-4047-9f21-b8d7aba70793" providerId="ADAL" clId="{DC566FED-2A85-4416-92B6-F5466FAE34D0}" dt="2024-01-05T16:24:17.519" v="156" actId="166"/>
          <ac:spMkLst>
            <pc:docMk/>
            <pc:sldMk cId="653934691" sldId="515"/>
            <ac:spMk id="60" creationId="{99CBE965-87A9-C072-4072-363747336824}"/>
          </ac:spMkLst>
        </pc:spChg>
      </pc:sldChg>
      <pc:sldChg chg="addSp delSp modSp add mod">
        <pc:chgData name="Richard Mccreadie" userId="c13d50ac-4dc6-4047-9f21-b8d7aba70793" providerId="ADAL" clId="{DC566FED-2A85-4416-92B6-F5466FAE34D0}" dt="2024-01-05T16:30:45.566" v="222" actId="13822"/>
        <pc:sldMkLst>
          <pc:docMk/>
          <pc:sldMk cId="3545174473" sldId="516"/>
        </pc:sldMkLst>
        <pc:spChg chg="mod">
          <ac:chgData name="Richard Mccreadie" userId="c13d50ac-4dc6-4047-9f21-b8d7aba70793" providerId="ADAL" clId="{DC566FED-2A85-4416-92B6-F5466FAE34D0}" dt="2024-01-05T16:24:37.454" v="162" actId="20577"/>
          <ac:spMkLst>
            <pc:docMk/>
            <pc:sldMk cId="3545174473" sldId="516"/>
            <ac:spMk id="2" creationId="{0FD15A79-2E41-94DF-6C0C-7DC30F0FAB23}"/>
          </ac:spMkLst>
        </pc:spChg>
        <pc:spChg chg="add del">
          <ac:chgData name="Richard Mccreadie" userId="c13d50ac-4dc6-4047-9f21-b8d7aba70793" providerId="ADAL" clId="{DC566FED-2A85-4416-92B6-F5466FAE34D0}" dt="2024-01-05T16:24:27.129" v="160" actId="478"/>
          <ac:spMkLst>
            <pc:docMk/>
            <pc:sldMk cId="3545174473" sldId="516"/>
            <ac:spMk id="30" creationId="{0EE984B4-4220-23F8-EACC-D97AF9C9E27D}"/>
          </ac:spMkLst>
        </pc:spChg>
        <pc:spChg chg="del">
          <ac:chgData name="Richard Mccreadie" userId="c13d50ac-4dc6-4047-9f21-b8d7aba70793" providerId="ADAL" clId="{DC566FED-2A85-4416-92B6-F5466FAE34D0}" dt="2024-01-05T16:24:24.665" v="158" actId="478"/>
          <ac:spMkLst>
            <pc:docMk/>
            <pc:sldMk cId="3545174473" sldId="516"/>
            <ac:spMk id="45" creationId="{9C0CBD09-34F8-FF68-295A-2097B2758ACD}"/>
          </ac:spMkLst>
        </pc:spChg>
        <pc:spChg chg="del">
          <ac:chgData name="Richard Mccreadie" userId="c13d50ac-4dc6-4047-9f21-b8d7aba70793" providerId="ADAL" clId="{DC566FED-2A85-4416-92B6-F5466FAE34D0}" dt="2024-01-05T16:24:29.140" v="161" actId="478"/>
          <ac:spMkLst>
            <pc:docMk/>
            <pc:sldMk cId="3545174473" sldId="516"/>
            <ac:spMk id="47" creationId="{438770A3-CF67-EB93-5362-409B2480EF13}"/>
          </ac:spMkLst>
        </pc:spChg>
        <pc:spChg chg="add mod">
          <ac:chgData name="Richard Mccreadie" userId="c13d50ac-4dc6-4047-9f21-b8d7aba70793" providerId="ADAL" clId="{DC566FED-2A85-4416-92B6-F5466FAE34D0}" dt="2024-01-05T16:30:45.566" v="222" actId="13822"/>
          <ac:spMkLst>
            <pc:docMk/>
            <pc:sldMk cId="3545174473" sldId="516"/>
            <ac:spMk id="48" creationId="{017A19C2-F9A3-4E64-7F23-12C2CED83BFE}"/>
          </ac:spMkLst>
        </pc:spChg>
        <pc:spChg chg="add mod">
          <ac:chgData name="Richard Mccreadie" userId="c13d50ac-4dc6-4047-9f21-b8d7aba70793" providerId="ADAL" clId="{DC566FED-2A85-4416-92B6-F5466FAE34D0}" dt="2024-01-05T16:30:45.566" v="222" actId="13822"/>
          <ac:spMkLst>
            <pc:docMk/>
            <pc:sldMk cId="3545174473" sldId="516"/>
            <ac:spMk id="63" creationId="{DF54579F-D22D-F63C-378B-B928831B112D}"/>
          </ac:spMkLst>
        </pc:spChg>
        <pc:spChg chg="add mod">
          <ac:chgData name="Richard Mccreadie" userId="c13d50ac-4dc6-4047-9f21-b8d7aba70793" providerId="ADAL" clId="{DC566FED-2A85-4416-92B6-F5466FAE34D0}" dt="2024-01-05T16:30:45.566" v="222" actId="13822"/>
          <ac:spMkLst>
            <pc:docMk/>
            <pc:sldMk cId="3545174473" sldId="516"/>
            <ac:spMk id="69" creationId="{74827EA5-9144-1473-8F1E-58BA398A8CCE}"/>
          </ac:spMkLst>
        </pc:spChg>
        <pc:cxnChg chg="add mod">
          <ac:chgData name="Richard Mccreadie" userId="c13d50ac-4dc6-4047-9f21-b8d7aba70793" providerId="ADAL" clId="{DC566FED-2A85-4416-92B6-F5466FAE34D0}" dt="2024-01-05T16:25:05.724" v="163"/>
          <ac:cxnSpMkLst>
            <pc:docMk/>
            <pc:sldMk cId="3545174473" sldId="516"/>
            <ac:cxnSpMk id="65" creationId="{3B67CA30-F7E8-F6BC-AAE3-EA3CCC9ACD6F}"/>
          </ac:cxnSpMkLst>
        </pc:cxnChg>
        <pc:cxnChg chg="add mod">
          <ac:chgData name="Richard Mccreadie" userId="c13d50ac-4dc6-4047-9f21-b8d7aba70793" providerId="ADAL" clId="{DC566FED-2A85-4416-92B6-F5466FAE34D0}" dt="2024-01-05T16:25:05.724" v="163"/>
          <ac:cxnSpMkLst>
            <pc:docMk/>
            <pc:sldMk cId="3545174473" sldId="516"/>
            <ac:cxnSpMk id="66" creationId="{5113A414-10C7-E909-88DE-DD9133F0A902}"/>
          </ac:cxnSpMkLst>
        </pc:cxnChg>
        <pc:cxnChg chg="add mod">
          <ac:chgData name="Richard Mccreadie" userId="c13d50ac-4dc6-4047-9f21-b8d7aba70793" providerId="ADAL" clId="{DC566FED-2A85-4416-92B6-F5466FAE34D0}" dt="2024-01-05T16:25:05.724" v="163"/>
          <ac:cxnSpMkLst>
            <pc:docMk/>
            <pc:sldMk cId="3545174473" sldId="516"/>
            <ac:cxnSpMk id="68" creationId="{3D431D96-84D3-EF0F-74D5-8F66538894C2}"/>
          </ac:cxnSpMkLst>
        </pc:cxnChg>
        <pc:cxnChg chg="add mod">
          <ac:chgData name="Richard Mccreadie" userId="c13d50ac-4dc6-4047-9f21-b8d7aba70793" providerId="ADAL" clId="{DC566FED-2A85-4416-92B6-F5466FAE34D0}" dt="2024-01-05T16:25:15.250" v="164" actId="14100"/>
          <ac:cxnSpMkLst>
            <pc:docMk/>
            <pc:sldMk cId="3545174473" sldId="516"/>
            <ac:cxnSpMk id="70" creationId="{8D7EB0C6-4377-5FF8-7191-EF93059E8CC5}"/>
          </ac:cxnSpMkLst>
        </pc:cxnChg>
      </pc:sldChg>
      <pc:sldChg chg="addSp modSp add mod">
        <pc:chgData name="Richard Mccreadie" userId="c13d50ac-4dc6-4047-9f21-b8d7aba70793" providerId="ADAL" clId="{DC566FED-2A85-4416-92B6-F5466FAE34D0}" dt="2024-01-05T16:30:55.373" v="223" actId="13822"/>
        <pc:sldMkLst>
          <pc:docMk/>
          <pc:sldMk cId="3461506001" sldId="517"/>
        </pc:sldMkLst>
        <pc:spChg chg="mod">
          <ac:chgData name="Richard Mccreadie" userId="c13d50ac-4dc6-4047-9f21-b8d7aba70793" providerId="ADAL" clId="{DC566FED-2A85-4416-92B6-F5466FAE34D0}" dt="2024-01-05T16:25:26.471" v="166" actId="20577"/>
          <ac:spMkLst>
            <pc:docMk/>
            <pc:sldMk cId="3461506001" sldId="517"/>
            <ac:spMk id="2" creationId="{0FD15A79-2E41-94DF-6C0C-7DC30F0FAB23}"/>
          </ac:spMkLst>
        </pc:spChg>
        <pc:spChg chg="add mod">
          <ac:chgData name="Richard Mccreadie" userId="c13d50ac-4dc6-4047-9f21-b8d7aba70793" providerId="ADAL" clId="{DC566FED-2A85-4416-92B6-F5466FAE34D0}" dt="2024-01-05T16:30:55.373" v="223" actId="13822"/>
          <ac:spMkLst>
            <pc:docMk/>
            <pc:sldMk cId="3461506001" sldId="517"/>
            <ac:spMk id="45" creationId="{041972DE-F5DF-7623-9D84-F0B4107A6571}"/>
          </ac:spMkLst>
        </pc:spChg>
        <pc:spChg chg="add mod">
          <ac:chgData name="Richard Mccreadie" userId="c13d50ac-4dc6-4047-9f21-b8d7aba70793" providerId="ADAL" clId="{DC566FED-2A85-4416-92B6-F5466FAE34D0}" dt="2024-01-05T16:30:55.373" v="223" actId="13822"/>
          <ac:spMkLst>
            <pc:docMk/>
            <pc:sldMk cId="3461506001" sldId="517"/>
            <ac:spMk id="47" creationId="{9C15B212-0865-11A6-1AA6-8B92F64DDBD9}"/>
          </ac:spMkLst>
        </pc:spChg>
        <pc:spChg chg="mod ord">
          <ac:chgData name="Richard Mccreadie" userId="c13d50ac-4dc6-4047-9f21-b8d7aba70793" providerId="ADAL" clId="{DC566FED-2A85-4416-92B6-F5466FAE34D0}" dt="2024-01-05T16:25:41.152" v="168" actId="14100"/>
          <ac:spMkLst>
            <pc:docMk/>
            <pc:sldMk cId="3461506001" sldId="517"/>
            <ac:spMk id="60" creationId="{99CBE965-87A9-C072-4072-363747336824}"/>
          </ac:spMkLst>
        </pc:spChg>
        <pc:spChg chg="add mod">
          <ac:chgData name="Richard Mccreadie" userId="c13d50ac-4dc6-4047-9f21-b8d7aba70793" providerId="ADAL" clId="{DC566FED-2A85-4416-92B6-F5466FAE34D0}" dt="2024-01-05T16:30:55.373" v="223" actId="13822"/>
          <ac:spMkLst>
            <pc:docMk/>
            <pc:sldMk cId="3461506001" sldId="517"/>
            <ac:spMk id="75" creationId="{039C10E1-8DFC-C327-E6C7-0B60D9B54D7D}"/>
          </ac:spMkLst>
        </pc:spChg>
        <pc:cxnChg chg="add mod">
          <ac:chgData name="Richard Mccreadie" userId="c13d50ac-4dc6-4047-9f21-b8d7aba70793" providerId="ADAL" clId="{DC566FED-2A85-4416-92B6-F5466FAE34D0}" dt="2024-01-05T16:26:00.926" v="169"/>
          <ac:cxnSpMkLst>
            <pc:docMk/>
            <pc:sldMk cId="3461506001" sldId="517"/>
            <ac:cxnSpMk id="71" creationId="{E430BAF0-94EF-E4F7-B1D8-F9411A548E27}"/>
          </ac:cxnSpMkLst>
        </pc:cxnChg>
        <pc:cxnChg chg="add mod">
          <ac:chgData name="Richard Mccreadie" userId="c13d50ac-4dc6-4047-9f21-b8d7aba70793" providerId="ADAL" clId="{DC566FED-2A85-4416-92B6-F5466FAE34D0}" dt="2024-01-05T16:26:00.926" v="169"/>
          <ac:cxnSpMkLst>
            <pc:docMk/>
            <pc:sldMk cId="3461506001" sldId="517"/>
            <ac:cxnSpMk id="72" creationId="{8B411C61-ACC0-F924-6034-B965DED4C7FC}"/>
          </ac:cxnSpMkLst>
        </pc:cxnChg>
        <pc:cxnChg chg="add mod">
          <ac:chgData name="Richard Mccreadie" userId="c13d50ac-4dc6-4047-9f21-b8d7aba70793" providerId="ADAL" clId="{DC566FED-2A85-4416-92B6-F5466FAE34D0}" dt="2024-01-05T16:26:00.926" v="169"/>
          <ac:cxnSpMkLst>
            <pc:docMk/>
            <pc:sldMk cId="3461506001" sldId="517"/>
            <ac:cxnSpMk id="73" creationId="{574C4312-FCCD-041F-2B0E-4AD748656853}"/>
          </ac:cxnSpMkLst>
        </pc:cxnChg>
        <pc:cxnChg chg="add mod">
          <ac:chgData name="Richard Mccreadie" userId="c13d50ac-4dc6-4047-9f21-b8d7aba70793" providerId="ADAL" clId="{DC566FED-2A85-4416-92B6-F5466FAE34D0}" dt="2024-01-05T16:26:00.926" v="169"/>
          <ac:cxnSpMkLst>
            <pc:docMk/>
            <pc:sldMk cId="3461506001" sldId="517"/>
            <ac:cxnSpMk id="74" creationId="{12CCD80C-ED6A-7DB2-52F4-2C24EB4BE331}"/>
          </ac:cxnSpMkLst>
        </pc:cxnChg>
      </pc:sldChg>
      <pc:sldChg chg="addSp delSp modSp add mod">
        <pc:chgData name="Richard Mccreadie" userId="c13d50ac-4dc6-4047-9f21-b8d7aba70793" providerId="ADAL" clId="{DC566FED-2A85-4416-92B6-F5466FAE34D0}" dt="2024-01-05T16:31:02.563" v="224" actId="13822"/>
        <pc:sldMkLst>
          <pc:docMk/>
          <pc:sldMk cId="2988897229" sldId="518"/>
        </pc:sldMkLst>
        <pc:spChg chg="mod">
          <ac:chgData name="Richard Mccreadie" userId="c13d50ac-4dc6-4047-9f21-b8d7aba70793" providerId="ADAL" clId="{DC566FED-2A85-4416-92B6-F5466FAE34D0}" dt="2024-01-05T16:26:27.462" v="172" actId="20577"/>
          <ac:spMkLst>
            <pc:docMk/>
            <pc:sldMk cId="2988897229" sldId="518"/>
            <ac:spMk id="2" creationId="{0FD15A79-2E41-94DF-6C0C-7DC30F0FAB23}"/>
          </ac:spMkLst>
        </pc:spChg>
        <pc:spChg chg="ord">
          <ac:chgData name="Richard Mccreadie" userId="c13d50ac-4dc6-4047-9f21-b8d7aba70793" providerId="ADAL" clId="{DC566FED-2A85-4416-92B6-F5466FAE34D0}" dt="2024-01-05T16:26:31.679" v="173" actId="166"/>
          <ac:spMkLst>
            <pc:docMk/>
            <pc:sldMk cId="2988897229" sldId="518"/>
            <ac:spMk id="30" creationId="{0EE984B4-4220-23F8-EACC-D97AF9C9E27D}"/>
          </ac:spMkLst>
        </pc:spChg>
        <pc:spChg chg="ord">
          <ac:chgData name="Richard Mccreadie" userId="c13d50ac-4dc6-4047-9f21-b8d7aba70793" providerId="ADAL" clId="{DC566FED-2A85-4416-92B6-F5466FAE34D0}" dt="2024-01-05T16:28:43.917" v="203" actId="166"/>
          <ac:spMkLst>
            <pc:docMk/>
            <pc:sldMk cId="2988897229" sldId="518"/>
            <ac:spMk id="60" creationId="{99CBE965-87A9-C072-4072-363747336824}"/>
          </ac:spMkLst>
        </pc:spChg>
        <pc:spChg chg="add del mod">
          <ac:chgData name="Richard Mccreadie" userId="c13d50ac-4dc6-4047-9f21-b8d7aba70793" providerId="ADAL" clId="{DC566FED-2A85-4416-92B6-F5466FAE34D0}" dt="2024-01-05T16:28:24.102" v="201"/>
          <ac:spMkLst>
            <pc:docMk/>
            <pc:sldMk cId="2988897229" sldId="518"/>
            <ac:spMk id="76" creationId="{E498C61D-9DB0-EBCC-BC34-2ABFB556C82D}"/>
          </ac:spMkLst>
        </pc:spChg>
        <pc:spChg chg="add del mod">
          <ac:chgData name="Richard Mccreadie" userId="c13d50ac-4dc6-4047-9f21-b8d7aba70793" providerId="ADAL" clId="{DC566FED-2A85-4416-92B6-F5466FAE34D0}" dt="2024-01-05T16:28:24.102" v="201"/>
          <ac:spMkLst>
            <pc:docMk/>
            <pc:sldMk cId="2988897229" sldId="518"/>
            <ac:spMk id="78" creationId="{61DE65FB-80B8-6714-1391-6E03B2DB8747}"/>
          </ac:spMkLst>
        </pc:spChg>
        <pc:spChg chg="add del mod">
          <ac:chgData name="Richard Mccreadie" userId="c13d50ac-4dc6-4047-9f21-b8d7aba70793" providerId="ADAL" clId="{DC566FED-2A85-4416-92B6-F5466FAE34D0}" dt="2024-01-05T16:28:24.102" v="201"/>
          <ac:spMkLst>
            <pc:docMk/>
            <pc:sldMk cId="2988897229" sldId="518"/>
            <ac:spMk id="79" creationId="{91C5BAD5-5F58-DC90-8640-29DD6A300D3F}"/>
          </ac:spMkLst>
        </pc:spChg>
        <pc:spChg chg="add mod">
          <ac:chgData name="Richard Mccreadie" userId="c13d50ac-4dc6-4047-9f21-b8d7aba70793" providerId="ADAL" clId="{DC566FED-2A85-4416-92B6-F5466FAE34D0}" dt="2024-01-05T16:31:02.563" v="224" actId="13822"/>
          <ac:spMkLst>
            <pc:docMk/>
            <pc:sldMk cId="2988897229" sldId="518"/>
            <ac:spMk id="82" creationId="{9D5F6315-6FA3-EF22-FDD1-07F7C7524A95}"/>
          </ac:spMkLst>
        </pc:spChg>
        <pc:spChg chg="add mod">
          <ac:chgData name="Richard Mccreadie" userId="c13d50ac-4dc6-4047-9f21-b8d7aba70793" providerId="ADAL" clId="{DC566FED-2A85-4416-92B6-F5466FAE34D0}" dt="2024-01-05T16:31:02.563" v="224" actId="13822"/>
          <ac:spMkLst>
            <pc:docMk/>
            <pc:sldMk cId="2988897229" sldId="518"/>
            <ac:spMk id="84" creationId="{6A289D9A-9FFD-F727-2082-EF33FC11B517}"/>
          </ac:spMkLst>
        </pc:spChg>
        <pc:spChg chg="add mod">
          <ac:chgData name="Richard Mccreadie" userId="c13d50ac-4dc6-4047-9f21-b8d7aba70793" providerId="ADAL" clId="{DC566FED-2A85-4416-92B6-F5466FAE34D0}" dt="2024-01-05T16:31:02.563" v="224" actId="13822"/>
          <ac:spMkLst>
            <pc:docMk/>
            <pc:sldMk cId="2988897229" sldId="518"/>
            <ac:spMk id="85" creationId="{AD5549E8-A7EB-4041-9D1C-345368289400}"/>
          </ac:spMkLst>
        </pc:spChg>
        <pc:cxnChg chg="add del mod">
          <ac:chgData name="Richard Mccreadie" userId="c13d50ac-4dc6-4047-9f21-b8d7aba70793" providerId="ADAL" clId="{DC566FED-2A85-4416-92B6-F5466FAE34D0}" dt="2024-01-05T16:28:24.102" v="201"/>
          <ac:cxnSpMkLst>
            <pc:docMk/>
            <pc:sldMk cId="2988897229" sldId="518"/>
            <ac:cxnSpMk id="77" creationId="{7E365457-2441-F1AD-FB21-3D11BD736153}"/>
          </ac:cxnSpMkLst>
        </pc:cxnChg>
        <pc:cxnChg chg="add del mod">
          <ac:chgData name="Richard Mccreadie" userId="c13d50ac-4dc6-4047-9f21-b8d7aba70793" providerId="ADAL" clId="{DC566FED-2A85-4416-92B6-F5466FAE34D0}" dt="2024-01-05T16:28:24.102" v="201"/>
          <ac:cxnSpMkLst>
            <pc:docMk/>
            <pc:sldMk cId="2988897229" sldId="518"/>
            <ac:cxnSpMk id="80" creationId="{0645A1BF-3701-84A2-FB43-53F4F95E4D19}"/>
          </ac:cxnSpMkLst>
        </pc:cxnChg>
        <pc:cxnChg chg="add del mod">
          <ac:chgData name="Richard Mccreadie" userId="c13d50ac-4dc6-4047-9f21-b8d7aba70793" providerId="ADAL" clId="{DC566FED-2A85-4416-92B6-F5466FAE34D0}" dt="2024-01-05T16:28:24.102" v="201"/>
          <ac:cxnSpMkLst>
            <pc:docMk/>
            <pc:sldMk cId="2988897229" sldId="518"/>
            <ac:cxnSpMk id="81" creationId="{30FE7172-27D7-DA4A-1834-EB01A75A8223}"/>
          </ac:cxnSpMkLst>
        </pc:cxnChg>
        <pc:cxnChg chg="add mod">
          <ac:chgData name="Richard Mccreadie" userId="c13d50ac-4dc6-4047-9f21-b8d7aba70793" providerId="ADAL" clId="{DC566FED-2A85-4416-92B6-F5466FAE34D0}" dt="2024-01-05T16:28:50.942" v="204"/>
          <ac:cxnSpMkLst>
            <pc:docMk/>
            <pc:sldMk cId="2988897229" sldId="518"/>
            <ac:cxnSpMk id="83" creationId="{3E87E916-C3EA-CD59-EF82-3A64A47AB690}"/>
          </ac:cxnSpMkLst>
        </pc:cxnChg>
        <pc:cxnChg chg="add mod">
          <ac:chgData name="Richard Mccreadie" userId="c13d50ac-4dc6-4047-9f21-b8d7aba70793" providerId="ADAL" clId="{DC566FED-2A85-4416-92B6-F5466FAE34D0}" dt="2024-01-05T16:28:50.942" v="204"/>
          <ac:cxnSpMkLst>
            <pc:docMk/>
            <pc:sldMk cId="2988897229" sldId="518"/>
            <ac:cxnSpMk id="86" creationId="{2C469134-169A-3EF4-1A26-D3C41DF2C2C7}"/>
          </ac:cxnSpMkLst>
        </pc:cxnChg>
        <pc:cxnChg chg="add mod">
          <ac:chgData name="Richard Mccreadie" userId="c13d50ac-4dc6-4047-9f21-b8d7aba70793" providerId="ADAL" clId="{DC566FED-2A85-4416-92B6-F5466FAE34D0}" dt="2024-01-05T16:28:50.942" v="204"/>
          <ac:cxnSpMkLst>
            <pc:docMk/>
            <pc:sldMk cId="2988897229" sldId="518"/>
            <ac:cxnSpMk id="87" creationId="{1DFEF6E1-D0D2-68FC-3BCF-5249C5FC4344}"/>
          </ac:cxnSpMkLst>
        </pc:cxnChg>
      </pc:sldChg>
      <pc:sldChg chg="modSp add del mod">
        <pc:chgData name="Richard Mccreadie" userId="c13d50ac-4dc6-4047-9f21-b8d7aba70793" providerId="ADAL" clId="{DC566FED-2A85-4416-92B6-F5466FAE34D0}" dt="2024-01-05T16:28:23.176" v="200"/>
        <pc:sldMkLst>
          <pc:docMk/>
          <pc:sldMk cId="927357951" sldId="519"/>
        </pc:sldMkLst>
        <pc:spChg chg="mod">
          <ac:chgData name="Richard Mccreadie" userId="c13d50ac-4dc6-4047-9f21-b8d7aba70793" providerId="ADAL" clId="{DC566FED-2A85-4416-92B6-F5466FAE34D0}" dt="2024-01-05T16:28:21.793" v="199" actId="20577"/>
          <ac:spMkLst>
            <pc:docMk/>
            <pc:sldMk cId="927357951" sldId="519"/>
            <ac:spMk id="2" creationId="{0FD15A79-2E41-94DF-6C0C-7DC30F0FAB23}"/>
          </ac:spMkLst>
        </pc:spChg>
        <pc:spChg chg="mod">
          <ac:chgData name="Richard Mccreadie" userId="c13d50ac-4dc6-4047-9f21-b8d7aba70793" providerId="ADAL" clId="{DC566FED-2A85-4416-92B6-F5466FAE34D0}" dt="2024-01-05T16:27:58.863" v="184" actId="14100"/>
          <ac:spMkLst>
            <pc:docMk/>
            <pc:sldMk cId="927357951" sldId="519"/>
            <ac:spMk id="30" creationId="{141F9443-70B8-3322-53F0-0C163A0AD706}"/>
          </ac:spMkLst>
        </pc:spChg>
      </pc:sldChg>
      <pc:sldChg chg="add del">
        <pc:chgData name="Richard Mccreadie" userId="c13d50ac-4dc6-4047-9f21-b8d7aba70793" providerId="ADAL" clId="{DC566FED-2A85-4416-92B6-F5466FAE34D0}" dt="2024-01-05T16:29:00.307" v="206" actId="47"/>
        <pc:sldMkLst>
          <pc:docMk/>
          <pc:sldMk cId="1554795228" sldId="519"/>
        </pc:sldMkLst>
      </pc:sldChg>
      <pc:sldChg chg="addSp modSp add mod">
        <pc:chgData name="Richard Mccreadie" userId="c13d50ac-4dc6-4047-9f21-b8d7aba70793" providerId="ADAL" clId="{DC566FED-2A85-4416-92B6-F5466FAE34D0}" dt="2024-01-05T16:29:25.362" v="213"/>
        <pc:sldMkLst>
          <pc:docMk/>
          <pc:sldMk cId="2049693807" sldId="519"/>
        </pc:sldMkLst>
        <pc:spChg chg="mod">
          <ac:chgData name="Richard Mccreadie" userId="c13d50ac-4dc6-4047-9f21-b8d7aba70793" providerId="ADAL" clId="{DC566FED-2A85-4416-92B6-F5466FAE34D0}" dt="2024-01-05T16:29:04.916" v="208" actId="20577"/>
          <ac:spMkLst>
            <pc:docMk/>
            <pc:sldMk cId="2049693807" sldId="519"/>
            <ac:spMk id="2" creationId="{0FD15A79-2E41-94DF-6C0C-7DC30F0FAB23}"/>
          </ac:spMkLst>
        </pc:spChg>
        <pc:spChg chg="mod ord">
          <ac:chgData name="Richard Mccreadie" userId="c13d50ac-4dc6-4047-9f21-b8d7aba70793" providerId="ADAL" clId="{DC566FED-2A85-4416-92B6-F5466FAE34D0}" dt="2024-01-05T16:29:12.712" v="210" actId="166"/>
          <ac:spMkLst>
            <pc:docMk/>
            <pc:sldMk cId="2049693807" sldId="519"/>
            <ac:spMk id="31" creationId="{0A51DEB9-2F1A-F342-B635-B4EE632F16F6}"/>
          </ac:spMkLst>
        </pc:spChg>
        <pc:spChg chg="add mod">
          <ac:chgData name="Richard Mccreadie" userId="c13d50ac-4dc6-4047-9f21-b8d7aba70793" providerId="ADAL" clId="{DC566FED-2A85-4416-92B6-F5466FAE34D0}" dt="2024-01-05T16:29:15.576" v="212" actId="1076"/>
          <ac:spMkLst>
            <pc:docMk/>
            <pc:sldMk cId="2049693807" sldId="519"/>
            <ac:spMk id="76" creationId="{9E9E4B9F-2D02-259E-5B5E-7DE434AAD171}"/>
          </ac:spMkLst>
        </pc:spChg>
        <pc:spChg chg="add mod">
          <ac:chgData name="Richard Mccreadie" userId="c13d50ac-4dc6-4047-9f21-b8d7aba70793" providerId="ADAL" clId="{DC566FED-2A85-4416-92B6-F5466FAE34D0}" dt="2024-01-05T16:29:25.362" v="213"/>
          <ac:spMkLst>
            <pc:docMk/>
            <pc:sldMk cId="2049693807" sldId="519"/>
            <ac:spMk id="77" creationId="{8EB34237-FE40-A30C-5E6A-1120B33F6423}"/>
          </ac:spMkLst>
        </pc:spChg>
      </pc:sldChg>
      <pc:sldChg chg="add del">
        <pc:chgData name="Richard Mccreadie" userId="c13d50ac-4dc6-4047-9f21-b8d7aba70793" providerId="ADAL" clId="{DC566FED-2A85-4416-92B6-F5466FAE34D0}" dt="2024-01-05T16:28:19.721" v="198"/>
        <pc:sldMkLst>
          <pc:docMk/>
          <pc:sldMk cId="837408083" sldId="520"/>
        </pc:sldMkLst>
      </pc:sldChg>
      <pc:sldChg chg="add del">
        <pc:chgData name="Richard Mccreadie" userId="c13d50ac-4dc6-4047-9f21-b8d7aba70793" providerId="ADAL" clId="{DC566FED-2A85-4416-92B6-F5466FAE34D0}" dt="2024-01-05T16:28:19.292" v="197"/>
        <pc:sldMkLst>
          <pc:docMk/>
          <pc:sldMk cId="2492405251" sldId="521"/>
        </pc:sldMkLst>
      </pc:sldChg>
      <pc:sldChg chg="add del">
        <pc:chgData name="Richard Mccreadie" userId="c13d50ac-4dc6-4047-9f21-b8d7aba70793" providerId="ADAL" clId="{DC566FED-2A85-4416-92B6-F5466FAE34D0}" dt="2024-01-05T16:28:18.900" v="196"/>
        <pc:sldMkLst>
          <pc:docMk/>
          <pc:sldMk cId="1162859988" sldId="522"/>
        </pc:sldMkLst>
      </pc:sldChg>
      <pc:sldChg chg="add del">
        <pc:chgData name="Richard Mccreadie" userId="c13d50ac-4dc6-4047-9f21-b8d7aba70793" providerId="ADAL" clId="{DC566FED-2A85-4416-92B6-F5466FAE34D0}" dt="2024-01-05T16:28:18.652" v="195"/>
        <pc:sldMkLst>
          <pc:docMk/>
          <pc:sldMk cId="790846939" sldId="523"/>
        </pc:sldMkLst>
      </pc:sldChg>
      <pc:sldChg chg="add del">
        <pc:chgData name="Richard Mccreadie" userId="c13d50ac-4dc6-4047-9f21-b8d7aba70793" providerId="ADAL" clId="{DC566FED-2A85-4416-92B6-F5466FAE34D0}" dt="2024-01-05T16:28:18.362" v="194"/>
        <pc:sldMkLst>
          <pc:docMk/>
          <pc:sldMk cId="818881759" sldId="524"/>
        </pc:sldMkLst>
      </pc:sldChg>
      <pc:sldChg chg="add del">
        <pc:chgData name="Richard Mccreadie" userId="c13d50ac-4dc6-4047-9f21-b8d7aba70793" providerId="ADAL" clId="{DC566FED-2A85-4416-92B6-F5466FAE34D0}" dt="2024-01-05T16:28:18.176" v="193"/>
        <pc:sldMkLst>
          <pc:docMk/>
          <pc:sldMk cId="3487664744" sldId="525"/>
        </pc:sldMkLst>
      </pc:sldChg>
      <pc:sldChg chg="add del">
        <pc:chgData name="Richard Mccreadie" userId="c13d50ac-4dc6-4047-9f21-b8d7aba70793" providerId="ADAL" clId="{DC566FED-2A85-4416-92B6-F5466FAE34D0}" dt="2024-01-05T16:28:17.897" v="192"/>
        <pc:sldMkLst>
          <pc:docMk/>
          <pc:sldMk cId="872047718" sldId="526"/>
        </pc:sldMkLst>
      </pc:sldChg>
    </pc:docChg>
  </pc:docChgLst>
  <pc:docChgLst>
    <pc:chgData name="Richard Mccreadie" userId="c13d50ac-4dc6-4047-9f21-b8d7aba70793" providerId="ADAL" clId="{DE7A6DB6-5D07-4204-8D06-A1C1C58B5E37}"/>
    <pc:docChg chg="undo custSel addSld delSld modSld sldOrd">
      <pc:chgData name="Richard Mccreadie" userId="c13d50ac-4dc6-4047-9f21-b8d7aba70793" providerId="ADAL" clId="{DE7A6DB6-5D07-4204-8D06-A1C1C58B5E37}" dt="2023-01-11T15:46:40.911" v="1239" actId="20577"/>
      <pc:docMkLst>
        <pc:docMk/>
      </pc:docMkLst>
      <pc:sldChg chg="addSp modSp mod">
        <pc:chgData name="Richard Mccreadie" userId="c13d50ac-4dc6-4047-9f21-b8d7aba70793" providerId="ADAL" clId="{DE7A6DB6-5D07-4204-8D06-A1C1C58B5E37}" dt="2023-01-11T15:46:40.911" v="1239" actId="20577"/>
        <pc:sldMkLst>
          <pc:docMk/>
          <pc:sldMk cId="2030549620" sldId="481"/>
        </pc:sldMkLst>
        <pc:spChg chg="mod">
          <ac:chgData name="Richard Mccreadie" userId="c13d50ac-4dc6-4047-9f21-b8d7aba70793" providerId="ADAL" clId="{DE7A6DB6-5D07-4204-8D06-A1C1C58B5E37}" dt="2023-01-11T15:46:40.911" v="1239" actId="20577"/>
          <ac:spMkLst>
            <pc:docMk/>
            <pc:sldMk cId="2030549620" sldId="481"/>
            <ac:spMk id="3" creationId="{05D40E8E-3663-9484-6FB9-ED41BEBB9BF8}"/>
          </ac:spMkLst>
        </pc:spChg>
        <pc:picChg chg="add mod">
          <ac:chgData name="Richard Mccreadie" userId="c13d50ac-4dc6-4047-9f21-b8d7aba70793" providerId="ADAL" clId="{DE7A6DB6-5D07-4204-8D06-A1C1C58B5E37}" dt="2023-01-10T16:26:24.333" v="143" actId="1076"/>
          <ac:picMkLst>
            <pc:docMk/>
            <pc:sldMk cId="2030549620" sldId="481"/>
            <ac:picMk id="5" creationId="{FC9DC3BF-964D-C4CE-743F-99192976823E}"/>
          </ac:picMkLst>
        </pc:picChg>
      </pc:sldChg>
      <pc:sldChg chg="addSp delSp modSp mod addAnim delAnim">
        <pc:chgData name="Richard Mccreadie" userId="c13d50ac-4dc6-4047-9f21-b8d7aba70793" providerId="ADAL" clId="{DE7A6DB6-5D07-4204-8D06-A1C1C58B5E37}" dt="2023-01-10T16:26:15.648" v="137" actId="478"/>
        <pc:sldMkLst>
          <pc:docMk/>
          <pc:sldMk cId="2156781129" sldId="496"/>
        </pc:sldMkLst>
        <pc:picChg chg="add del mod">
          <ac:chgData name="Richard Mccreadie" userId="c13d50ac-4dc6-4047-9f21-b8d7aba70793" providerId="ADAL" clId="{DE7A6DB6-5D07-4204-8D06-A1C1C58B5E37}" dt="2023-01-10T16:26:13.378" v="136"/>
          <ac:picMkLst>
            <pc:docMk/>
            <pc:sldMk cId="2156781129" sldId="496"/>
            <ac:picMk id="4" creationId="{4357EF06-3A31-FDDE-2905-F459A88E42E5}"/>
          </ac:picMkLst>
        </pc:picChg>
        <pc:picChg chg="add del">
          <ac:chgData name="Richard Mccreadie" userId="c13d50ac-4dc6-4047-9f21-b8d7aba70793" providerId="ADAL" clId="{DE7A6DB6-5D07-4204-8D06-A1C1C58B5E37}" dt="2023-01-10T16:26:15.648" v="137" actId="478"/>
          <ac:picMkLst>
            <pc:docMk/>
            <pc:sldMk cId="2156781129" sldId="496"/>
            <ac:picMk id="5" creationId="{737D34AF-EF61-E987-4989-BB689A151FBC}"/>
          </ac:picMkLst>
        </pc:picChg>
      </pc:sldChg>
      <pc:sldChg chg="modSp mod ord">
        <pc:chgData name="Richard Mccreadie" userId="c13d50ac-4dc6-4047-9f21-b8d7aba70793" providerId="ADAL" clId="{DE7A6DB6-5D07-4204-8D06-A1C1C58B5E37}" dt="2023-01-10T16:34:40.049" v="977"/>
        <pc:sldMkLst>
          <pc:docMk/>
          <pc:sldMk cId="1552168026" sldId="498"/>
        </pc:sldMkLst>
        <pc:spChg chg="mod">
          <ac:chgData name="Richard Mccreadie" userId="c13d50ac-4dc6-4047-9f21-b8d7aba70793" providerId="ADAL" clId="{DE7A6DB6-5D07-4204-8D06-A1C1C58B5E37}" dt="2023-01-10T16:23:35.617" v="49" actId="207"/>
          <ac:spMkLst>
            <pc:docMk/>
            <pc:sldMk cId="1552168026" sldId="498"/>
            <ac:spMk id="11" creationId="{69716F68-CB57-AA3B-6698-8AAD70F0D7D3}"/>
          </ac:spMkLst>
        </pc:spChg>
      </pc:sldChg>
      <pc:sldChg chg="modSp mod ord">
        <pc:chgData name="Richard Mccreadie" userId="c13d50ac-4dc6-4047-9f21-b8d7aba70793" providerId="ADAL" clId="{DE7A6DB6-5D07-4204-8D06-A1C1C58B5E37}" dt="2023-01-10T16:40:21.841" v="1219" actId="404"/>
        <pc:sldMkLst>
          <pc:docMk/>
          <pc:sldMk cId="956619289" sldId="499"/>
        </pc:sldMkLst>
        <pc:spChg chg="mod">
          <ac:chgData name="Richard Mccreadie" userId="c13d50ac-4dc6-4047-9f21-b8d7aba70793" providerId="ADAL" clId="{DE7A6DB6-5D07-4204-8D06-A1C1C58B5E37}" dt="2023-01-10T16:40:21.841" v="1219" actId="404"/>
          <ac:spMkLst>
            <pc:docMk/>
            <pc:sldMk cId="956619289" sldId="499"/>
            <ac:spMk id="11" creationId="{69716F68-CB57-AA3B-6698-8AAD70F0D7D3}"/>
          </ac:spMkLst>
        </pc:spChg>
      </pc:sldChg>
      <pc:sldChg chg="addSp delSp modSp new mod ord modClrScheme chgLayout">
        <pc:chgData name="Richard Mccreadie" userId="c13d50ac-4dc6-4047-9f21-b8d7aba70793" providerId="ADAL" clId="{DE7A6DB6-5D07-4204-8D06-A1C1C58B5E37}" dt="2023-01-10T16:34:40.049" v="977"/>
        <pc:sldMkLst>
          <pc:docMk/>
          <pc:sldMk cId="2486387823" sldId="500"/>
        </pc:sldMkLst>
        <pc:spChg chg="mod">
          <ac:chgData name="Richard Mccreadie" userId="c13d50ac-4dc6-4047-9f21-b8d7aba70793" providerId="ADAL" clId="{DE7A6DB6-5D07-4204-8D06-A1C1C58B5E37}" dt="2023-01-10T16:22:21.715" v="48" actId="26606"/>
          <ac:spMkLst>
            <pc:docMk/>
            <pc:sldMk cId="2486387823" sldId="500"/>
            <ac:spMk id="2" creationId="{A00CDD5D-810C-FB1F-4FA1-CB963EBC31BC}"/>
          </ac:spMkLst>
        </pc:spChg>
        <pc:spChg chg="del">
          <ac:chgData name="Richard Mccreadie" userId="c13d50ac-4dc6-4047-9f21-b8d7aba70793" providerId="ADAL" clId="{DE7A6DB6-5D07-4204-8D06-A1C1C58B5E37}" dt="2023-01-10T16:22:21.715" v="48" actId="26606"/>
          <ac:spMkLst>
            <pc:docMk/>
            <pc:sldMk cId="2486387823" sldId="500"/>
            <ac:spMk id="3" creationId="{F6B5D928-0D4F-D729-C05C-824B4A308402}"/>
          </ac:spMkLst>
        </pc:spChg>
        <pc:picChg chg="add">
          <ac:chgData name="Richard Mccreadie" userId="c13d50ac-4dc6-4047-9f21-b8d7aba70793" providerId="ADAL" clId="{DE7A6DB6-5D07-4204-8D06-A1C1C58B5E37}" dt="2023-01-10T16:22:21.715" v="48" actId="26606"/>
          <ac:picMkLst>
            <pc:docMk/>
            <pc:sldMk cId="2486387823" sldId="500"/>
            <ac:picMk id="5" creationId="{8452D60B-4AB8-6CAD-DFF2-2F0CF4D29144}"/>
          </ac:picMkLst>
        </pc:picChg>
      </pc:sldChg>
      <pc:sldChg chg="addSp delSp modSp new mod ord modClrScheme chgLayout">
        <pc:chgData name="Richard Mccreadie" userId="c13d50ac-4dc6-4047-9f21-b8d7aba70793" providerId="ADAL" clId="{DE7A6DB6-5D07-4204-8D06-A1C1C58B5E37}" dt="2023-01-10T16:34:40.049" v="977"/>
        <pc:sldMkLst>
          <pc:docMk/>
          <pc:sldMk cId="672162002" sldId="501"/>
        </pc:sldMkLst>
        <pc:spChg chg="del mod ord">
          <ac:chgData name="Richard Mccreadie" userId="c13d50ac-4dc6-4047-9f21-b8d7aba70793" providerId="ADAL" clId="{DE7A6DB6-5D07-4204-8D06-A1C1C58B5E37}" dt="2023-01-10T16:23:55.667" v="52" actId="700"/>
          <ac:spMkLst>
            <pc:docMk/>
            <pc:sldMk cId="672162002" sldId="501"/>
            <ac:spMk id="2" creationId="{A9E69CA3-6044-D9E8-D3D6-74C0959DBA85}"/>
          </ac:spMkLst>
        </pc:spChg>
        <pc:spChg chg="del">
          <ac:chgData name="Richard Mccreadie" userId="c13d50ac-4dc6-4047-9f21-b8d7aba70793" providerId="ADAL" clId="{DE7A6DB6-5D07-4204-8D06-A1C1C58B5E37}" dt="2023-01-10T16:23:55.667" v="52" actId="700"/>
          <ac:spMkLst>
            <pc:docMk/>
            <pc:sldMk cId="672162002" sldId="501"/>
            <ac:spMk id="3" creationId="{88520E4D-4EBC-981E-5C11-FFFC5CCB1BEF}"/>
          </ac:spMkLst>
        </pc:spChg>
        <pc:spChg chg="del mod ord">
          <ac:chgData name="Richard Mccreadie" userId="c13d50ac-4dc6-4047-9f21-b8d7aba70793" providerId="ADAL" clId="{DE7A6DB6-5D07-4204-8D06-A1C1C58B5E37}" dt="2023-01-10T16:23:55.667" v="52" actId="700"/>
          <ac:spMkLst>
            <pc:docMk/>
            <pc:sldMk cId="672162002" sldId="501"/>
            <ac:spMk id="4" creationId="{F25C8F14-586D-FC11-6FB8-E61A112545FA}"/>
          </ac:spMkLst>
        </pc:spChg>
        <pc:spChg chg="add mod ord">
          <ac:chgData name="Richard Mccreadie" userId="c13d50ac-4dc6-4047-9f21-b8d7aba70793" providerId="ADAL" clId="{DE7A6DB6-5D07-4204-8D06-A1C1C58B5E37}" dt="2023-01-10T16:24:01.641" v="57" actId="20577"/>
          <ac:spMkLst>
            <pc:docMk/>
            <pc:sldMk cId="672162002" sldId="501"/>
            <ac:spMk id="5" creationId="{0DE65775-3E97-9F3F-1E4F-6D2B37E245F6}"/>
          </ac:spMkLst>
        </pc:spChg>
        <pc:spChg chg="add mod ord">
          <ac:chgData name="Richard Mccreadie" userId="c13d50ac-4dc6-4047-9f21-b8d7aba70793" providerId="ADAL" clId="{DE7A6DB6-5D07-4204-8D06-A1C1C58B5E37}" dt="2023-01-10T16:25:10.850" v="114" actId="20577"/>
          <ac:spMkLst>
            <pc:docMk/>
            <pc:sldMk cId="672162002" sldId="501"/>
            <ac:spMk id="6" creationId="{30E8DAC0-D598-8A87-6CE2-1BD38681A378}"/>
          </ac:spMkLst>
        </pc:spChg>
      </pc:sldChg>
      <pc:sldChg chg="new del">
        <pc:chgData name="Richard Mccreadie" userId="c13d50ac-4dc6-4047-9f21-b8d7aba70793" providerId="ADAL" clId="{DE7A6DB6-5D07-4204-8D06-A1C1C58B5E37}" dt="2023-01-10T16:25:23.729" v="116" actId="47"/>
        <pc:sldMkLst>
          <pc:docMk/>
          <pc:sldMk cId="1925433305" sldId="502"/>
        </pc:sldMkLst>
      </pc:sldChg>
      <pc:sldChg chg="addSp delSp modSp new mod modMedia modClrScheme delAnim chgLayout">
        <pc:chgData name="Richard Mccreadie" userId="c13d50ac-4dc6-4047-9f21-b8d7aba70793" providerId="ADAL" clId="{DE7A6DB6-5D07-4204-8D06-A1C1C58B5E37}" dt="2023-01-10T16:27:30.663" v="153" actId="26606"/>
        <pc:sldMkLst>
          <pc:docMk/>
          <pc:sldMk cId="2582020492" sldId="502"/>
        </pc:sldMkLst>
        <pc:spChg chg="mod">
          <ac:chgData name="Richard Mccreadie" userId="c13d50ac-4dc6-4047-9f21-b8d7aba70793" providerId="ADAL" clId="{DE7A6DB6-5D07-4204-8D06-A1C1C58B5E37}" dt="2023-01-10T16:27:30.663" v="153" actId="26606"/>
          <ac:spMkLst>
            <pc:docMk/>
            <pc:sldMk cId="2582020492" sldId="502"/>
            <ac:spMk id="2" creationId="{48DA252F-FFFE-93D6-DC8E-1C8F76B9C6FF}"/>
          </ac:spMkLst>
        </pc:spChg>
        <pc:spChg chg="del">
          <ac:chgData name="Richard Mccreadie" userId="c13d50ac-4dc6-4047-9f21-b8d7aba70793" providerId="ADAL" clId="{DE7A6DB6-5D07-4204-8D06-A1C1C58B5E37}" dt="2023-01-10T16:25:45.513" v="131" actId="26606"/>
          <ac:spMkLst>
            <pc:docMk/>
            <pc:sldMk cId="2582020492" sldId="502"/>
            <ac:spMk id="3" creationId="{ABFF5612-47BA-3B10-E3C0-D3C88FB0A1ED}"/>
          </ac:spMkLst>
        </pc:spChg>
        <pc:picChg chg="add del mod">
          <ac:chgData name="Richard Mccreadie" userId="c13d50ac-4dc6-4047-9f21-b8d7aba70793" providerId="ADAL" clId="{DE7A6DB6-5D07-4204-8D06-A1C1C58B5E37}" dt="2023-01-10T16:27:06.442" v="144" actId="478"/>
          <ac:picMkLst>
            <pc:docMk/>
            <pc:sldMk cId="2582020492" sldId="502"/>
            <ac:picMk id="5" creationId="{70B0BA01-8D1A-8394-C592-7813476BFAB7}"/>
          </ac:picMkLst>
        </pc:picChg>
        <pc:picChg chg="add del mod">
          <ac:chgData name="Richard Mccreadie" userId="c13d50ac-4dc6-4047-9f21-b8d7aba70793" providerId="ADAL" clId="{DE7A6DB6-5D07-4204-8D06-A1C1C58B5E37}" dt="2023-01-10T16:27:28.608" v="149" actId="478"/>
          <ac:picMkLst>
            <pc:docMk/>
            <pc:sldMk cId="2582020492" sldId="502"/>
            <ac:picMk id="6" creationId="{6BAF9855-155D-8842-C312-4FEF78057DE3}"/>
          </ac:picMkLst>
        </pc:picChg>
        <pc:picChg chg="add mod">
          <ac:chgData name="Richard Mccreadie" userId="c13d50ac-4dc6-4047-9f21-b8d7aba70793" providerId="ADAL" clId="{DE7A6DB6-5D07-4204-8D06-A1C1C58B5E37}" dt="2023-01-10T16:27:30.663" v="153" actId="26606"/>
          <ac:picMkLst>
            <pc:docMk/>
            <pc:sldMk cId="2582020492" sldId="502"/>
            <ac:picMk id="8" creationId="{9A2953E0-AA6C-D0EE-D1D0-92EE02E8EF28}"/>
          </ac:picMkLst>
        </pc:picChg>
      </pc:sldChg>
      <pc:sldChg chg="addSp delSp modSp new mod modClrScheme chgLayout">
        <pc:chgData name="Richard Mccreadie" userId="c13d50ac-4dc6-4047-9f21-b8d7aba70793" providerId="ADAL" clId="{DE7A6DB6-5D07-4204-8D06-A1C1C58B5E37}" dt="2023-01-10T16:30:42.896" v="606" actId="20577"/>
        <pc:sldMkLst>
          <pc:docMk/>
          <pc:sldMk cId="787151007" sldId="503"/>
        </pc:sldMkLst>
        <pc:spChg chg="del mod ord">
          <ac:chgData name="Richard Mccreadie" userId="c13d50ac-4dc6-4047-9f21-b8d7aba70793" providerId="ADAL" clId="{DE7A6DB6-5D07-4204-8D06-A1C1C58B5E37}" dt="2023-01-10T16:27:44.187" v="155" actId="700"/>
          <ac:spMkLst>
            <pc:docMk/>
            <pc:sldMk cId="787151007" sldId="503"/>
            <ac:spMk id="2" creationId="{F5DBD52B-362F-DD69-D0A6-7863E935207B}"/>
          </ac:spMkLst>
        </pc:spChg>
        <pc:spChg chg="del">
          <ac:chgData name="Richard Mccreadie" userId="c13d50ac-4dc6-4047-9f21-b8d7aba70793" providerId="ADAL" clId="{DE7A6DB6-5D07-4204-8D06-A1C1C58B5E37}" dt="2023-01-10T16:27:44.187" v="155" actId="700"/>
          <ac:spMkLst>
            <pc:docMk/>
            <pc:sldMk cId="787151007" sldId="503"/>
            <ac:spMk id="3" creationId="{4E1CEC73-FC24-7E9C-D527-1FF500E3183E}"/>
          </ac:spMkLst>
        </pc:spChg>
        <pc:spChg chg="del mod ord">
          <ac:chgData name="Richard Mccreadie" userId="c13d50ac-4dc6-4047-9f21-b8d7aba70793" providerId="ADAL" clId="{DE7A6DB6-5D07-4204-8D06-A1C1C58B5E37}" dt="2023-01-10T16:27:44.187" v="155" actId="700"/>
          <ac:spMkLst>
            <pc:docMk/>
            <pc:sldMk cId="787151007" sldId="503"/>
            <ac:spMk id="4" creationId="{0757967B-97C7-8BEA-E6AF-3168E5E502AF}"/>
          </ac:spMkLst>
        </pc:spChg>
        <pc:spChg chg="add mod ord">
          <ac:chgData name="Richard Mccreadie" userId="c13d50ac-4dc6-4047-9f21-b8d7aba70793" providerId="ADAL" clId="{DE7A6DB6-5D07-4204-8D06-A1C1C58B5E37}" dt="2023-01-10T16:28:04.117" v="189" actId="20577"/>
          <ac:spMkLst>
            <pc:docMk/>
            <pc:sldMk cId="787151007" sldId="503"/>
            <ac:spMk id="5" creationId="{B11AEC92-5630-8CE0-F19E-3E4AB81095C8}"/>
          </ac:spMkLst>
        </pc:spChg>
        <pc:spChg chg="add mod ord">
          <ac:chgData name="Richard Mccreadie" userId="c13d50ac-4dc6-4047-9f21-b8d7aba70793" providerId="ADAL" clId="{DE7A6DB6-5D07-4204-8D06-A1C1C58B5E37}" dt="2023-01-10T16:30:42.896" v="606" actId="20577"/>
          <ac:spMkLst>
            <pc:docMk/>
            <pc:sldMk cId="787151007" sldId="503"/>
            <ac:spMk id="6" creationId="{83F2BE22-267A-3F7A-1B22-FB371085A7B6}"/>
          </ac:spMkLst>
        </pc:spChg>
      </pc:sldChg>
      <pc:sldChg chg="modSp new mod">
        <pc:chgData name="Richard Mccreadie" userId="c13d50ac-4dc6-4047-9f21-b8d7aba70793" providerId="ADAL" clId="{DE7A6DB6-5D07-4204-8D06-A1C1C58B5E37}" dt="2023-01-10T16:36:51.446" v="1180" actId="113"/>
        <pc:sldMkLst>
          <pc:docMk/>
          <pc:sldMk cId="651676750" sldId="504"/>
        </pc:sldMkLst>
        <pc:spChg chg="mod">
          <ac:chgData name="Richard Mccreadie" userId="c13d50ac-4dc6-4047-9f21-b8d7aba70793" providerId="ADAL" clId="{DE7A6DB6-5D07-4204-8D06-A1C1C58B5E37}" dt="2023-01-10T16:36:51.446" v="1180" actId="113"/>
          <ac:spMkLst>
            <pc:docMk/>
            <pc:sldMk cId="651676750" sldId="504"/>
            <ac:spMk id="2" creationId="{64B0C312-48E3-2CBF-FA48-093460049CA5}"/>
          </ac:spMkLst>
        </pc:spChg>
        <pc:spChg chg="mod">
          <ac:chgData name="Richard Mccreadie" userId="c13d50ac-4dc6-4047-9f21-b8d7aba70793" providerId="ADAL" clId="{DE7A6DB6-5D07-4204-8D06-A1C1C58B5E37}" dt="2023-01-10T16:36:29.394" v="1177" actId="207"/>
          <ac:spMkLst>
            <pc:docMk/>
            <pc:sldMk cId="651676750" sldId="504"/>
            <ac:spMk id="3" creationId="{4B6256C8-07EA-DBDF-275A-FF3E86D60166}"/>
          </ac:spMkLst>
        </pc:spChg>
        <pc:spChg chg="mod">
          <ac:chgData name="Richard Mccreadie" userId="c13d50ac-4dc6-4047-9f21-b8d7aba70793" providerId="ADAL" clId="{DE7A6DB6-5D07-4204-8D06-A1C1C58B5E37}" dt="2023-01-10T16:31:12.827" v="637" actId="20577"/>
          <ac:spMkLst>
            <pc:docMk/>
            <pc:sldMk cId="651676750" sldId="504"/>
            <ac:spMk id="4" creationId="{7CF5B4AB-605C-A042-28F0-53EF794838D2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2668452-974F-4D2E-B993-B1CC36C86A73}" type="doc">
      <dgm:prSet loTypeId="urn:microsoft.com/office/officeart/2016/7/layout/ChevronBlockProcess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543953A-4B73-421C-A80F-5F267E564075}">
      <dgm:prSet/>
      <dgm:spPr/>
      <dgm:t>
        <a:bodyPr/>
        <a:lstStyle/>
        <a:p>
          <a:r>
            <a:rPr lang="en-US"/>
            <a:t>Design, develop and evaluate</a:t>
          </a:r>
        </a:p>
      </dgm:t>
    </dgm:pt>
    <dgm:pt modelId="{414C231E-81E3-4FDB-8BB1-573484F45CA2}" type="parTrans" cxnId="{FD8B855C-0F06-4D06-90BF-1146068AEAF7}">
      <dgm:prSet/>
      <dgm:spPr/>
      <dgm:t>
        <a:bodyPr/>
        <a:lstStyle/>
        <a:p>
          <a:endParaRPr lang="en-US"/>
        </a:p>
      </dgm:t>
    </dgm:pt>
    <dgm:pt modelId="{1B588942-7212-422E-90A2-9B99FF95F2DA}" type="sibTrans" cxnId="{FD8B855C-0F06-4D06-90BF-1146068AEAF7}">
      <dgm:prSet/>
      <dgm:spPr/>
      <dgm:t>
        <a:bodyPr/>
        <a:lstStyle/>
        <a:p>
          <a:endParaRPr lang="en-US"/>
        </a:p>
      </dgm:t>
    </dgm:pt>
    <dgm:pt modelId="{9B2672F1-ED4D-4B32-8420-0A87CF8E7210}">
      <dgm:prSet/>
      <dgm:spPr/>
      <dgm:t>
        <a:bodyPr/>
        <a:lstStyle/>
        <a:p>
          <a:r>
            <a:rPr lang="en-US"/>
            <a:t>Design, develop and evaluate programs to access big data repositories in a massively parallel manner;</a:t>
          </a:r>
        </a:p>
      </dgm:t>
    </dgm:pt>
    <dgm:pt modelId="{677AE080-A18C-4FF1-943F-737D8D7BD65F}" type="parTrans" cxnId="{639BEA2B-B2D2-4457-BCB2-23017FC43F91}">
      <dgm:prSet/>
      <dgm:spPr/>
      <dgm:t>
        <a:bodyPr/>
        <a:lstStyle/>
        <a:p>
          <a:endParaRPr lang="en-US"/>
        </a:p>
      </dgm:t>
    </dgm:pt>
    <dgm:pt modelId="{2666C5D9-5DA2-4F86-A3F8-9A84089484B4}" type="sibTrans" cxnId="{639BEA2B-B2D2-4457-BCB2-23017FC43F91}">
      <dgm:prSet/>
      <dgm:spPr/>
      <dgm:t>
        <a:bodyPr/>
        <a:lstStyle/>
        <a:p>
          <a:endParaRPr lang="en-US"/>
        </a:p>
      </dgm:t>
    </dgm:pt>
    <dgm:pt modelId="{5624D556-EE8B-4D68-9CFA-04F73E75F059}">
      <dgm:prSet/>
      <dgm:spPr/>
      <dgm:t>
        <a:bodyPr/>
        <a:lstStyle/>
        <a:p>
          <a:r>
            <a:rPr lang="en-US"/>
            <a:t>Discuss and contrast</a:t>
          </a:r>
        </a:p>
      </dgm:t>
    </dgm:pt>
    <dgm:pt modelId="{62E150F8-D472-4524-80BC-E7215892B2AD}" type="parTrans" cxnId="{C50AE47F-B1DD-47EC-89D2-1136EEDA9B13}">
      <dgm:prSet/>
      <dgm:spPr/>
      <dgm:t>
        <a:bodyPr/>
        <a:lstStyle/>
        <a:p>
          <a:endParaRPr lang="en-US"/>
        </a:p>
      </dgm:t>
    </dgm:pt>
    <dgm:pt modelId="{977E8633-C93D-415E-84F0-D54B5B726E6A}" type="sibTrans" cxnId="{C50AE47F-B1DD-47EC-89D2-1136EEDA9B13}">
      <dgm:prSet/>
      <dgm:spPr/>
      <dgm:t>
        <a:bodyPr/>
        <a:lstStyle/>
        <a:p>
          <a:endParaRPr lang="en-US"/>
        </a:p>
      </dgm:t>
    </dgm:pt>
    <dgm:pt modelId="{AA9398DF-6C5A-402C-8236-CAAC20F92067}">
      <dgm:prSet/>
      <dgm:spPr/>
      <dgm:t>
        <a:bodyPr/>
        <a:lstStyle/>
        <a:p>
          <a:r>
            <a:rPr lang="en-US"/>
            <a:t>Discuss and contrast the internals of the design and implementation of current cloud data storage and processing systems; </a:t>
          </a:r>
        </a:p>
      </dgm:t>
    </dgm:pt>
    <dgm:pt modelId="{A85FDD35-3973-44E2-AE81-66228716AAA1}" type="parTrans" cxnId="{2EB7F877-2E3C-49B2-A226-C36E6D9283C6}">
      <dgm:prSet/>
      <dgm:spPr/>
      <dgm:t>
        <a:bodyPr/>
        <a:lstStyle/>
        <a:p>
          <a:endParaRPr lang="en-US"/>
        </a:p>
      </dgm:t>
    </dgm:pt>
    <dgm:pt modelId="{84032E4F-D763-4B61-93F1-40252CC58D11}" type="sibTrans" cxnId="{2EB7F877-2E3C-49B2-A226-C36E6D9283C6}">
      <dgm:prSet/>
      <dgm:spPr/>
      <dgm:t>
        <a:bodyPr/>
        <a:lstStyle/>
        <a:p>
          <a:endParaRPr lang="en-US"/>
        </a:p>
      </dgm:t>
    </dgm:pt>
    <dgm:pt modelId="{F7801F45-23A0-4D3F-897C-1A73699F12DC}">
      <dgm:prSet/>
      <dgm:spPr/>
      <dgm:t>
        <a:bodyPr/>
        <a:lstStyle/>
        <a:p>
          <a:r>
            <a:rPr lang="en-US"/>
            <a:t>Identify and analyse</a:t>
          </a:r>
        </a:p>
      </dgm:t>
    </dgm:pt>
    <dgm:pt modelId="{7FEACC10-DAB9-49E3-91AF-89BE2BF6E7EE}" type="parTrans" cxnId="{E061A4AE-07B8-4F50-8556-50211B24F027}">
      <dgm:prSet/>
      <dgm:spPr/>
      <dgm:t>
        <a:bodyPr/>
        <a:lstStyle/>
        <a:p>
          <a:endParaRPr lang="en-US"/>
        </a:p>
      </dgm:t>
    </dgm:pt>
    <dgm:pt modelId="{0AB3B511-D206-42B8-84C5-669613D0A81D}" type="sibTrans" cxnId="{E061A4AE-07B8-4F50-8556-50211B24F027}">
      <dgm:prSet/>
      <dgm:spPr/>
      <dgm:t>
        <a:bodyPr/>
        <a:lstStyle/>
        <a:p>
          <a:endParaRPr lang="en-US"/>
        </a:p>
      </dgm:t>
    </dgm:pt>
    <dgm:pt modelId="{748C8070-1D5D-4110-9DF3-EA290637B80A}">
      <dgm:prSet/>
      <dgm:spPr/>
      <dgm:t>
        <a:bodyPr/>
        <a:lstStyle/>
        <a:p>
          <a:r>
            <a:rPr lang="en-US"/>
            <a:t>Identify and analyse issues related to the scalability and efficiency challenges of processing complex queries/algorithms against big data systems, and develop and assess ways of addressing said challenges;</a:t>
          </a:r>
        </a:p>
      </dgm:t>
    </dgm:pt>
    <dgm:pt modelId="{A3BF719A-4B4E-4E45-9A96-8F98CFAA7CC7}" type="parTrans" cxnId="{BBBCDBE6-7F07-4840-AE99-AFCF7DA15D41}">
      <dgm:prSet/>
      <dgm:spPr/>
      <dgm:t>
        <a:bodyPr/>
        <a:lstStyle/>
        <a:p>
          <a:endParaRPr lang="en-US"/>
        </a:p>
      </dgm:t>
    </dgm:pt>
    <dgm:pt modelId="{5A5A33EA-F112-437D-AD8D-4DB16554C45A}" type="sibTrans" cxnId="{BBBCDBE6-7F07-4840-AE99-AFCF7DA15D41}">
      <dgm:prSet/>
      <dgm:spPr/>
      <dgm:t>
        <a:bodyPr/>
        <a:lstStyle/>
        <a:p>
          <a:endParaRPr lang="en-US"/>
        </a:p>
      </dgm:t>
    </dgm:pt>
    <dgm:pt modelId="{7A116380-DE10-45FB-9D5A-CFD16D94A955}">
      <dgm:prSet/>
      <dgm:spPr/>
      <dgm:t>
        <a:bodyPr/>
        <a:lstStyle/>
        <a:p>
          <a:r>
            <a:rPr lang="en-US"/>
            <a:t>Explain and appraise</a:t>
          </a:r>
        </a:p>
      </dgm:t>
    </dgm:pt>
    <dgm:pt modelId="{E7A7ECCF-F95E-415F-AA9A-55CDD4FFD708}" type="parTrans" cxnId="{080FCFBB-14DB-4C04-A8B7-F36A04D8D328}">
      <dgm:prSet/>
      <dgm:spPr/>
      <dgm:t>
        <a:bodyPr/>
        <a:lstStyle/>
        <a:p>
          <a:endParaRPr lang="en-US"/>
        </a:p>
      </dgm:t>
    </dgm:pt>
    <dgm:pt modelId="{D4AFCB10-CA5F-42AD-AFFD-4F88CD047071}" type="sibTrans" cxnId="{080FCFBB-14DB-4C04-A8B7-F36A04D8D328}">
      <dgm:prSet/>
      <dgm:spPr/>
      <dgm:t>
        <a:bodyPr/>
        <a:lstStyle/>
        <a:p>
          <a:endParaRPr lang="en-US"/>
        </a:p>
      </dgm:t>
    </dgm:pt>
    <dgm:pt modelId="{BA2274AF-7950-43DC-B777-1D6E654E9970}">
      <dgm:prSet/>
      <dgm:spPr/>
      <dgm:t>
        <a:bodyPr/>
        <a:lstStyle/>
        <a:p>
          <a:r>
            <a:rPr lang="en-US"/>
            <a:t>Explain and appraise state-of-the-art research in the field of big data systems.</a:t>
          </a:r>
        </a:p>
      </dgm:t>
    </dgm:pt>
    <dgm:pt modelId="{4FD4C9B2-BDDC-40AC-B9D4-0623BDBBF581}" type="parTrans" cxnId="{E0765666-22A7-46DA-9FFB-1863BBB858A5}">
      <dgm:prSet/>
      <dgm:spPr/>
      <dgm:t>
        <a:bodyPr/>
        <a:lstStyle/>
        <a:p>
          <a:endParaRPr lang="en-US"/>
        </a:p>
      </dgm:t>
    </dgm:pt>
    <dgm:pt modelId="{6E9AD310-177F-4EA0-85E1-A37B8E96E2DA}" type="sibTrans" cxnId="{E0765666-22A7-46DA-9FFB-1863BBB858A5}">
      <dgm:prSet/>
      <dgm:spPr/>
      <dgm:t>
        <a:bodyPr/>
        <a:lstStyle/>
        <a:p>
          <a:endParaRPr lang="en-US"/>
        </a:p>
      </dgm:t>
    </dgm:pt>
    <dgm:pt modelId="{3A939902-A0B7-495A-8517-1C653ED78A93}">
      <dgm:prSet/>
      <dgm:spPr/>
      <dgm:t>
        <a:bodyPr/>
        <a:lstStyle/>
        <a:p>
          <a:r>
            <a:rPr lang="en-US"/>
            <a:t>Demonstrate</a:t>
          </a:r>
        </a:p>
      </dgm:t>
    </dgm:pt>
    <dgm:pt modelId="{C42DD1D9-3010-40A8-BCAC-9A740B791424}" type="parTrans" cxnId="{14D7A575-7DB5-44E6-A0FD-2C0EE9916C1E}">
      <dgm:prSet/>
      <dgm:spPr/>
      <dgm:t>
        <a:bodyPr/>
        <a:lstStyle/>
        <a:p>
          <a:endParaRPr lang="en-US"/>
        </a:p>
      </dgm:t>
    </dgm:pt>
    <dgm:pt modelId="{8BE5BE58-3A28-4BFB-810A-4FAEE703A785}" type="sibTrans" cxnId="{14D7A575-7DB5-44E6-A0FD-2C0EE9916C1E}">
      <dgm:prSet/>
      <dgm:spPr/>
      <dgm:t>
        <a:bodyPr/>
        <a:lstStyle/>
        <a:p>
          <a:endParaRPr lang="en-US"/>
        </a:p>
      </dgm:t>
    </dgm:pt>
    <dgm:pt modelId="{520708BB-7D2B-4F6C-A7AA-CE1117306AE4}">
      <dgm:prSet/>
      <dgm:spPr/>
      <dgm:t>
        <a:bodyPr/>
        <a:lstStyle/>
        <a:p>
          <a:r>
            <a:rPr lang="en-US"/>
            <a:t>Demonstrate that they have mastered the required background knowledge to pursue graduate studies in the fields of cloud systems and big data.</a:t>
          </a:r>
        </a:p>
      </dgm:t>
    </dgm:pt>
    <dgm:pt modelId="{81736725-39F8-4CBA-A96C-F7E71F894FFB}" type="parTrans" cxnId="{4AEE00CD-4442-405D-A7E6-97E1A8FA56C2}">
      <dgm:prSet/>
      <dgm:spPr/>
      <dgm:t>
        <a:bodyPr/>
        <a:lstStyle/>
        <a:p>
          <a:endParaRPr lang="en-US"/>
        </a:p>
      </dgm:t>
    </dgm:pt>
    <dgm:pt modelId="{0642998E-E12D-46E4-8D43-5B3D86E97241}" type="sibTrans" cxnId="{4AEE00CD-4442-405D-A7E6-97E1A8FA56C2}">
      <dgm:prSet/>
      <dgm:spPr/>
      <dgm:t>
        <a:bodyPr/>
        <a:lstStyle/>
        <a:p>
          <a:endParaRPr lang="en-US"/>
        </a:p>
      </dgm:t>
    </dgm:pt>
    <dgm:pt modelId="{731D1A40-0BDC-42F1-B94E-939A041BC971}" type="pres">
      <dgm:prSet presAssocID="{02668452-974F-4D2E-B993-B1CC36C86A73}" presName="Name0" presStyleCnt="0">
        <dgm:presLayoutVars>
          <dgm:dir/>
          <dgm:animLvl val="lvl"/>
          <dgm:resizeHandles val="exact"/>
        </dgm:presLayoutVars>
      </dgm:prSet>
      <dgm:spPr/>
    </dgm:pt>
    <dgm:pt modelId="{24107EA3-5188-4B1E-9022-B8315117B95E}" type="pres">
      <dgm:prSet presAssocID="{9543953A-4B73-421C-A80F-5F267E564075}" presName="composite" presStyleCnt="0"/>
      <dgm:spPr/>
    </dgm:pt>
    <dgm:pt modelId="{15029065-C69C-40AF-8021-6082850BA750}" type="pres">
      <dgm:prSet presAssocID="{9543953A-4B73-421C-A80F-5F267E564075}" presName="parTx" presStyleLbl="alignNode1" presStyleIdx="0" presStyleCnt="5">
        <dgm:presLayoutVars>
          <dgm:chMax val="0"/>
          <dgm:chPref val="0"/>
        </dgm:presLayoutVars>
      </dgm:prSet>
      <dgm:spPr/>
    </dgm:pt>
    <dgm:pt modelId="{C7AE6B20-74DB-4CF6-8821-883D05692DB7}" type="pres">
      <dgm:prSet presAssocID="{9543953A-4B73-421C-A80F-5F267E564075}" presName="desTx" presStyleLbl="alignAccFollowNode1" presStyleIdx="0" presStyleCnt="5">
        <dgm:presLayoutVars/>
      </dgm:prSet>
      <dgm:spPr/>
    </dgm:pt>
    <dgm:pt modelId="{1085B44D-AAC3-4240-A36C-9A57D3DAD6E4}" type="pres">
      <dgm:prSet presAssocID="{1B588942-7212-422E-90A2-9B99FF95F2DA}" presName="space" presStyleCnt="0"/>
      <dgm:spPr/>
    </dgm:pt>
    <dgm:pt modelId="{D8E72919-1645-4692-9530-FF3A8642B968}" type="pres">
      <dgm:prSet presAssocID="{5624D556-EE8B-4D68-9CFA-04F73E75F059}" presName="composite" presStyleCnt="0"/>
      <dgm:spPr/>
    </dgm:pt>
    <dgm:pt modelId="{8CBF577D-CB05-473E-846B-B43A02727810}" type="pres">
      <dgm:prSet presAssocID="{5624D556-EE8B-4D68-9CFA-04F73E75F059}" presName="parTx" presStyleLbl="alignNode1" presStyleIdx="1" presStyleCnt="5">
        <dgm:presLayoutVars>
          <dgm:chMax val="0"/>
          <dgm:chPref val="0"/>
        </dgm:presLayoutVars>
      </dgm:prSet>
      <dgm:spPr/>
    </dgm:pt>
    <dgm:pt modelId="{D07D6835-EE3F-466C-A1F8-0BE7CE9DBE0F}" type="pres">
      <dgm:prSet presAssocID="{5624D556-EE8B-4D68-9CFA-04F73E75F059}" presName="desTx" presStyleLbl="alignAccFollowNode1" presStyleIdx="1" presStyleCnt="5">
        <dgm:presLayoutVars/>
      </dgm:prSet>
      <dgm:spPr/>
    </dgm:pt>
    <dgm:pt modelId="{7D3CF5F6-3CC9-4EFA-940E-EAB510D4BBC6}" type="pres">
      <dgm:prSet presAssocID="{977E8633-C93D-415E-84F0-D54B5B726E6A}" presName="space" presStyleCnt="0"/>
      <dgm:spPr/>
    </dgm:pt>
    <dgm:pt modelId="{CFAD391F-002A-4840-A538-A76E170A185C}" type="pres">
      <dgm:prSet presAssocID="{F7801F45-23A0-4D3F-897C-1A73699F12DC}" presName="composite" presStyleCnt="0"/>
      <dgm:spPr/>
    </dgm:pt>
    <dgm:pt modelId="{23C9419E-0FF1-49A2-8AA8-179064449764}" type="pres">
      <dgm:prSet presAssocID="{F7801F45-23A0-4D3F-897C-1A73699F12DC}" presName="parTx" presStyleLbl="alignNode1" presStyleIdx="2" presStyleCnt="5">
        <dgm:presLayoutVars>
          <dgm:chMax val="0"/>
          <dgm:chPref val="0"/>
        </dgm:presLayoutVars>
      </dgm:prSet>
      <dgm:spPr/>
    </dgm:pt>
    <dgm:pt modelId="{7D9EECFF-94C4-4376-992B-F1237B2E78A7}" type="pres">
      <dgm:prSet presAssocID="{F7801F45-23A0-4D3F-897C-1A73699F12DC}" presName="desTx" presStyleLbl="alignAccFollowNode1" presStyleIdx="2" presStyleCnt="5">
        <dgm:presLayoutVars/>
      </dgm:prSet>
      <dgm:spPr/>
    </dgm:pt>
    <dgm:pt modelId="{AC7C03B0-FCE2-4B8F-91BD-0F9AC5BE73E8}" type="pres">
      <dgm:prSet presAssocID="{0AB3B511-D206-42B8-84C5-669613D0A81D}" presName="space" presStyleCnt="0"/>
      <dgm:spPr/>
    </dgm:pt>
    <dgm:pt modelId="{C5BB105F-4674-49A1-89CC-F406834F2A35}" type="pres">
      <dgm:prSet presAssocID="{7A116380-DE10-45FB-9D5A-CFD16D94A955}" presName="composite" presStyleCnt="0"/>
      <dgm:spPr/>
    </dgm:pt>
    <dgm:pt modelId="{3E234F38-E2F8-404B-AA4B-33DDF6F7B576}" type="pres">
      <dgm:prSet presAssocID="{7A116380-DE10-45FB-9D5A-CFD16D94A955}" presName="parTx" presStyleLbl="alignNode1" presStyleIdx="3" presStyleCnt="5">
        <dgm:presLayoutVars>
          <dgm:chMax val="0"/>
          <dgm:chPref val="0"/>
        </dgm:presLayoutVars>
      </dgm:prSet>
      <dgm:spPr/>
    </dgm:pt>
    <dgm:pt modelId="{665E9CD6-B993-4468-B7F7-C1F46C070305}" type="pres">
      <dgm:prSet presAssocID="{7A116380-DE10-45FB-9D5A-CFD16D94A955}" presName="desTx" presStyleLbl="alignAccFollowNode1" presStyleIdx="3" presStyleCnt="5">
        <dgm:presLayoutVars/>
      </dgm:prSet>
      <dgm:spPr/>
    </dgm:pt>
    <dgm:pt modelId="{813E229C-2882-4027-9448-19558A0416B9}" type="pres">
      <dgm:prSet presAssocID="{D4AFCB10-CA5F-42AD-AFFD-4F88CD047071}" presName="space" presStyleCnt="0"/>
      <dgm:spPr/>
    </dgm:pt>
    <dgm:pt modelId="{E6BEA03C-3290-46B7-945A-D04490A8FE05}" type="pres">
      <dgm:prSet presAssocID="{3A939902-A0B7-495A-8517-1C653ED78A93}" presName="composite" presStyleCnt="0"/>
      <dgm:spPr/>
    </dgm:pt>
    <dgm:pt modelId="{417C8383-7810-4D98-ACBF-7F05536146A9}" type="pres">
      <dgm:prSet presAssocID="{3A939902-A0B7-495A-8517-1C653ED78A93}" presName="parTx" presStyleLbl="alignNode1" presStyleIdx="4" presStyleCnt="5">
        <dgm:presLayoutVars>
          <dgm:chMax val="0"/>
          <dgm:chPref val="0"/>
        </dgm:presLayoutVars>
      </dgm:prSet>
      <dgm:spPr/>
    </dgm:pt>
    <dgm:pt modelId="{8BE824C7-6BF8-471A-A621-FEA817602C63}" type="pres">
      <dgm:prSet presAssocID="{3A939902-A0B7-495A-8517-1C653ED78A93}" presName="desTx" presStyleLbl="alignAccFollowNode1" presStyleIdx="4" presStyleCnt="5">
        <dgm:presLayoutVars/>
      </dgm:prSet>
      <dgm:spPr/>
    </dgm:pt>
  </dgm:ptLst>
  <dgm:cxnLst>
    <dgm:cxn modelId="{4F73C41A-1B9D-4F4B-9F82-C68C84440E54}" type="presOf" srcId="{F7801F45-23A0-4D3F-897C-1A73699F12DC}" destId="{23C9419E-0FF1-49A2-8AA8-179064449764}" srcOrd="0" destOrd="0" presId="urn:microsoft.com/office/officeart/2016/7/layout/ChevronBlockProcess"/>
    <dgm:cxn modelId="{508A3A2A-751D-470F-BA8F-31DA16805B26}" type="presOf" srcId="{9543953A-4B73-421C-A80F-5F267E564075}" destId="{15029065-C69C-40AF-8021-6082850BA750}" srcOrd="0" destOrd="0" presId="urn:microsoft.com/office/officeart/2016/7/layout/ChevronBlockProcess"/>
    <dgm:cxn modelId="{639BEA2B-B2D2-4457-BCB2-23017FC43F91}" srcId="{9543953A-4B73-421C-A80F-5F267E564075}" destId="{9B2672F1-ED4D-4B32-8420-0A87CF8E7210}" srcOrd="0" destOrd="0" parTransId="{677AE080-A18C-4FF1-943F-737D8D7BD65F}" sibTransId="{2666C5D9-5DA2-4F86-A3F8-9A84089484B4}"/>
    <dgm:cxn modelId="{5604C63B-F1BE-4684-A378-34C1E3D074A0}" type="presOf" srcId="{02668452-974F-4D2E-B993-B1CC36C86A73}" destId="{731D1A40-0BDC-42F1-B94E-939A041BC971}" srcOrd="0" destOrd="0" presId="urn:microsoft.com/office/officeart/2016/7/layout/ChevronBlockProcess"/>
    <dgm:cxn modelId="{FD8B855C-0F06-4D06-90BF-1146068AEAF7}" srcId="{02668452-974F-4D2E-B993-B1CC36C86A73}" destId="{9543953A-4B73-421C-A80F-5F267E564075}" srcOrd="0" destOrd="0" parTransId="{414C231E-81E3-4FDB-8BB1-573484F45CA2}" sibTransId="{1B588942-7212-422E-90A2-9B99FF95F2DA}"/>
    <dgm:cxn modelId="{E0765666-22A7-46DA-9FFB-1863BBB858A5}" srcId="{7A116380-DE10-45FB-9D5A-CFD16D94A955}" destId="{BA2274AF-7950-43DC-B777-1D6E654E9970}" srcOrd="0" destOrd="0" parTransId="{4FD4C9B2-BDDC-40AC-B9D4-0623BDBBF581}" sibTransId="{6E9AD310-177F-4EA0-85E1-A37B8E96E2DA}"/>
    <dgm:cxn modelId="{2093E550-4798-414F-A31E-554092319844}" type="presOf" srcId="{748C8070-1D5D-4110-9DF3-EA290637B80A}" destId="{7D9EECFF-94C4-4376-992B-F1237B2E78A7}" srcOrd="0" destOrd="0" presId="urn:microsoft.com/office/officeart/2016/7/layout/ChevronBlockProcess"/>
    <dgm:cxn modelId="{714FFF74-52C1-46AC-B57A-65E3FBCB517E}" type="presOf" srcId="{AA9398DF-6C5A-402C-8236-CAAC20F92067}" destId="{D07D6835-EE3F-466C-A1F8-0BE7CE9DBE0F}" srcOrd="0" destOrd="0" presId="urn:microsoft.com/office/officeart/2016/7/layout/ChevronBlockProcess"/>
    <dgm:cxn modelId="{14D7A575-7DB5-44E6-A0FD-2C0EE9916C1E}" srcId="{02668452-974F-4D2E-B993-B1CC36C86A73}" destId="{3A939902-A0B7-495A-8517-1C653ED78A93}" srcOrd="4" destOrd="0" parTransId="{C42DD1D9-3010-40A8-BCAC-9A740B791424}" sibTransId="{8BE5BE58-3A28-4BFB-810A-4FAEE703A785}"/>
    <dgm:cxn modelId="{2EB7F877-2E3C-49B2-A226-C36E6D9283C6}" srcId="{5624D556-EE8B-4D68-9CFA-04F73E75F059}" destId="{AA9398DF-6C5A-402C-8236-CAAC20F92067}" srcOrd="0" destOrd="0" parTransId="{A85FDD35-3973-44E2-AE81-66228716AAA1}" sibTransId="{84032E4F-D763-4B61-93F1-40252CC58D11}"/>
    <dgm:cxn modelId="{C50AE47F-B1DD-47EC-89D2-1136EEDA9B13}" srcId="{02668452-974F-4D2E-B993-B1CC36C86A73}" destId="{5624D556-EE8B-4D68-9CFA-04F73E75F059}" srcOrd="1" destOrd="0" parTransId="{62E150F8-D472-4524-80BC-E7215892B2AD}" sibTransId="{977E8633-C93D-415E-84F0-D54B5B726E6A}"/>
    <dgm:cxn modelId="{75CB9083-CF0A-4B55-9CBF-8264B128A7B4}" type="presOf" srcId="{BA2274AF-7950-43DC-B777-1D6E654E9970}" destId="{665E9CD6-B993-4468-B7F7-C1F46C070305}" srcOrd="0" destOrd="0" presId="urn:microsoft.com/office/officeart/2016/7/layout/ChevronBlockProcess"/>
    <dgm:cxn modelId="{C5088F9A-3B81-4DF6-92CF-D5B7E07611D1}" type="presOf" srcId="{7A116380-DE10-45FB-9D5A-CFD16D94A955}" destId="{3E234F38-E2F8-404B-AA4B-33DDF6F7B576}" srcOrd="0" destOrd="0" presId="urn:microsoft.com/office/officeart/2016/7/layout/ChevronBlockProcess"/>
    <dgm:cxn modelId="{82AC7C9C-D73F-484A-BD2E-96CC85FB6870}" type="presOf" srcId="{520708BB-7D2B-4F6C-A7AA-CE1117306AE4}" destId="{8BE824C7-6BF8-471A-A621-FEA817602C63}" srcOrd="0" destOrd="0" presId="urn:microsoft.com/office/officeart/2016/7/layout/ChevronBlockProcess"/>
    <dgm:cxn modelId="{6AE3B9A9-5CC0-435E-9CAD-607378972DD9}" type="presOf" srcId="{5624D556-EE8B-4D68-9CFA-04F73E75F059}" destId="{8CBF577D-CB05-473E-846B-B43A02727810}" srcOrd="0" destOrd="0" presId="urn:microsoft.com/office/officeart/2016/7/layout/ChevronBlockProcess"/>
    <dgm:cxn modelId="{E061A4AE-07B8-4F50-8556-50211B24F027}" srcId="{02668452-974F-4D2E-B993-B1CC36C86A73}" destId="{F7801F45-23A0-4D3F-897C-1A73699F12DC}" srcOrd="2" destOrd="0" parTransId="{7FEACC10-DAB9-49E3-91AF-89BE2BF6E7EE}" sibTransId="{0AB3B511-D206-42B8-84C5-669613D0A81D}"/>
    <dgm:cxn modelId="{080FCFBB-14DB-4C04-A8B7-F36A04D8D328}" srcId="{02668452-974F-4D2E-B993-B1CC36C86A73}" destId="{7A116380-DE10-45FB-9D5A-CFD16D94A955}" srcOrd="3" destOrd="0" parTransId="{E7A7ECCF-F95E-415F-AA9A-55CDD4FFD708}" sibTransId="{D4AFCB10-CA5F-42AD-AFFD-4F88CD047071}"/>
    <dgm:cxn modelId="{4F9F5CCA-286C-4E33-8712-C7BFE028D14A}" type="presOf" srcId="{3A939902-A0B7-495A-8517-1C653ED78A93}" destId="{417C8383-7810-4D98-ACBF-7F05536146A9}" srcOrd="0" destOrd="0" presId="urn:microsoft.com/office/officeart/2016/7/layout/ChevronBlockProcess"/>
    <dgm:cxn modelId="{4AEE00CD-4442-405D-A7E6-97E1A8FA56C2}" srcId="{3A939902-A0B7-495A-8517-1C653ED78A93}" destId="{520708BB-7D2B-4F6C-A7AA-CE1117306AE4}" srcOrd="0" destOrd="0" parTransId="{81736725-39F8-4CBA-A96C-F7E71F894FFB}" sibTransId="{0642998E-E12D-46E4-8D43-5B3D86E97241}"/>
    <dgm:cxn modelId="{BBBCDBE6-7F07-4840-AE99-AFCF7DA15D41}" srcId="{F7801F45-23A0-4D3F-897C-1A73699F12DC}" destId="{748C8070-1D5D-4110-9DF3-EA290637B80A}" srcOrd="0" destOrd="0" parTransId="{A3BF719A-4B4E-4E45-9A96-8F98CFAA7CC7}" sibTransId="{5A5A33EA-F112-437D-AD8D-4DB16554C45A}"/>
    <dgm:cxn modelId="{974F9BFC-87F5-473C-B2AD-DFDF577C1178}" type="presOf" srcId="{9B2672F1-ED4D-4B32-8420-0A87CF8E7210}" destId="{C7AE6B20-74DB-4CF6-8821-883D05692DB7}" srcOrd="0" destOrd="0" presId="urn:microsoft.com/office/officeart/2016/7/layout/ChevronBlockProcess"/>
    <dgm:cxn modelId="{5522B0A6-82E9-476E-8A09-2F54C74CD8B4}" type="presParOf" srcId="{731D1A40-0BDC-42F1-B94E-939A041BC971}" destId="{24107EA3-5188-4B1E-9022-B8315117B95E}" srcOrd="0" destOrd="0" presId="urn:microsoft.com/office/officeart/2016/7/layout/ChevronBlockProcess"/>
    <dgm:cxn modelId="{0DA1E09A-34CB-4A03-8122-ECB9D2636875}" type="presParOf" srcId="{24107EA3-5188-4B1E-9022-B8315117B95E}" destId="{15029065-C69C-40AF-8021-6082850BA750}" srcOrd="0" destOrd="0" presId="urn:microsoft.com/office/officeart/2016/7/layout/ChevronBlockProcess"/>
    <dgm:cxn modelId="{A960B963-8F24-4B6C-AD30-0CD3FAE5B816}" type="presParOf" srcId="{24107EA3-5188-4B1E-9022-B8315117B95E}" destId="{C7AE6B20-74DB-4CF6-8821-883D05692DB7}" srcOrd="1" destOrd="0" presId="urn:microsoft.com/office/officeart/2016/7/layout/ChevronBlockProcess"/>
    <dgm:cxn modelId="{87A48772-5B6C-4E05-9CBE-36CAC12DF3FE}" type="presParOf" srcId="{731D1A40-0BDC-42F1-B94E-939A041BC971}" destId="{1085B44D-AAC3-4240-A36C-9A57D3DAD6E4}" srcOrd="1" destOrd="0" presId="urn:microsoft.com/office/officeart/2016/7/layout/ChevronBlockProcess"/>
    <dgm:cxn modelId="{F0AA5F56-C12E-4CFD-ABCD-18ED04ADF1CA}" type="presParOf" srcId="{731D1A40-0BDC-42F1-B94E-939A041BC971}" destId="{D8E72919-1645-4692-9530-FF3A8642B968}" srcOrd="2" destOrd="0" presId="urn:microsoft.com/office/officeart/2016/7/layout/ChevronBlockProcess"/>
    <dgm:cxn modelId="{D9D43426-2150-45FD-BC19-3231F6AFE15B}" type="presParOf" srcId="{D8E72919-1645-4692-9530-FF3A8642B968}" destId="{8CBF577D-CB05-473E-846B-B43A02727810}" srcOrd="0" destOrd="0" presId="urn:microsoft.com/office/officeart/2016/7/layout/ChevronBlockProcess"/>
    <dgm:cxn modelId="{3D28EE3C-A430-4725-8D4E-24B3CE48C0C0}" type="presParOf" srcId="{D8E72919-1645-4692-9530-FF3A8642B968}" destId="{D07D6835-EE3F-466C-A1F8-0BE7CE9DBE0F}" srcOrd="1" destOrd="0" presId="urn:microsoft.com/office/officeart/2016/7/layout/ChevronBlockProcess"/>
    <dgm:cxn modelId="{BE25ACB8-F7E6-4EB7-B400-BE16A7D000C4}" type="presParOf" srcId="{731D1A40-0BDC-42F1-B94E-939A041BC971}" destId="{7D3CF5F6-3CC9-4EFA-940E-EAB510D4BBC6}" srcOrd="3" destOrd="0" presId="urn:microsoft.com/office/officeart/2016/7/layout/ChevronBlockProcess"/>
    <dgm:cxn modelId="{665A250D-92CC-4B38-AD72-C4F4D05CD5B2}" type="presParOf" srcId="{731D1A40-0BDC-42F1-B94E-939A041BC971}" destId="{CFAD391F-002A-4840-A538-A76E170A185C}" srcOrd="4" destOrd="0" presId="urn:microsoft.com/office/officeart/2016/7/layout/ChevronBlockProcess"/>
    <dgm:cxn modelId="{0A48165F-7316-4C0B-8E80-F1486C55C83E}" type="presParOf" srcId="{CFAD391F-002A-4840-A538-A76E170A185C}" destId="{23C9419E-0FF1-49A2-8AA8-179064449764}" srcOrd="0" destOrd="0" presId="urn:microsoft.com/office/officeart/2016/7/layout/ChevronBlockProcess"/>
    <dgm:cxn modelId="{A58EE8F2-0C75-4B5C-87DE-7F08A85C4707}" type="presParOf" srcId="{CFAD391F-002A-4840-A538-A76E170A185C}" destId="{7D9EECFF-94C4-4376-992B-F1237B2E78A7}" srcOrd="1" destOrd="0" presId="urn:microsoft.com/office/officeart/2016/7/layout/ChevronBlockProcess"/>
    <dgm:cxn modelId="{91F01D4D-4FDB-4DFA-965B-BFA5A86CDEFD}" type="presParOf" srcId="{731D1A40-0BDC-42F1-B94E-939A041BC971}" destId="{AC7C03B0-FCE2-4B8F-91BD-0F9AC5BE73E8}" srcOrd="5" destOrd="0" presId="urn:microsoft.com/office/officeart/2016/7/layout/ChevronBlockProcess"/>
    <dgm:cxn modelId="{388C34E0-D0D1-431D-B0AA-63A5F4F72A21}" type="presParOf" srcId="{731D1A40-0BDC-42F1-B94E-939A041BC971}" destId="{C5BB105F-4674-49A1-89CC-F406834F2A35}" srcOrd="6" destOrd="0" presId="urn:microsoft.com/office/officeart/2016/7/layout/ChevronBlockProcess"/>
    <dgm:cxn modelId="{36E834CB-CB68-444B-9886-0AF7E75F6784}" type="presParOf" srcId="{C5BB105F-4674-49A1-89CC-F406834F2A35}" destId="{3E234F38-E2F8-404B-AA4B-33DDF6F7B576}" srcOrd="0" destOrd="0" presId="urn:microsoft.com/office/officeart/2016/7/layout/ChevronBlockProcess"/>
    <dgm:cxn modelId="{ADE43F9D-F621-4D31-86D6-2611BB7C3468}" type="presParOf" srcId="{C5BB105F-4674-49A1-89CC-F406834F2A35}" destId="{665E9CD6-B993-4468-B7F7-C1F46C070305}" srcOrd="1" destOrd="0" presId="urn:microsoft.com/office/officeart/2016/7/layout/ChevronBlockProcess"/>
    <dgm:cxn modelId="{65922B49-25DE-4777-9DDC-D6D4824AC151}" type="presParOf" srcId="{731D1A40-0BDC-42F1-B94E-939A041BC971}" destId="{813E229C-2882-4027-9448-19558A0416B9}" srcOrd="7" destOrd="0" presId="urn:microsoft.com/office/officeart/2016/7/layout/ChevronBlockProcess"/>
    <dgm:cxn modelId="{D9209B38-BF13-4CC2-9A44-3FA9B2C58465}" type="presParOf" srcId="{731D1A40-0BDC-42F1-B94E-939A041BC971}" destId="{E6BEA03C-3290-46B7-945A-D04490A8FE05}" srcOrd="8" destOrd="0" presId="urn:microsoft.com/office/officeart/2016/7/layout/ChevronBlockProcess"/>
    <dgm:cxn modelId="{BA1D8C41-A257-440F-9E61-ADC15F8EA794}" type="presParOf" srcId="{E6BEA03C-3290-46B7-945A-D04490A8FE05}" destId="{417C8383-7810-4D98-ACBF-7F05536146A9}" srcOrd="0" destOrd="0" presId="urn:microsoft.com/office/officeart/2016/7/layout/ChevronBlockProcess"/>
    <dgm:cxn modelId="{9842F75D-A448-44C2-BC8B-A9DC7DA729BE}" type="presParOf" srcId="{E6BEA03C-3290-46B7-945A-D04490A8FE05}" destId="{8BE824C7-6BF8-471A-A621-FEA817602C63}" srcOrd="1" destOrd="0" presId="urn:microsoft.com/office/officeart/2016/7/layout/Chevron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F3AC06B-463C-4565-9C6A-2EFDBF0E593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C7752FD1-DFE8-40AD-A8B3-7183462292FF}">
      <dgm:prSet/>
      <dgm:spPr/>
      <dgm:t>
        <a:bodyPr/>
        <a:lstStyle/>
        <a:p>
          <a:r>
            <a:rPr lang="en-US"/>
            <a:t>2024-25</a:t>
          </a:r>
          <a:endParaRPr lang="en-GB"/>
        </a:p>
      </dgm:t>
    </dgm:pt>
    <dgm:pt modelId="{26318556-7241-40EE-A071-4FB3404219EC}" type="parTrans" cxnId="{D4E4BEF4-AA61-4332-9157-42405BE787A2}">
      <dgm:prSet/>
      <dgm:spPr/>
      <dgm:t>
        <a:bodyPr/>
        <a:lstStyle/>
        <a:p>
          <a:endParaRPr lang="en-GB"/>
        </a:p>
      </dgm:t>
    </dgm:pt>
    <dgm:pt modelId="{A162CC6C-9A32-4269-8053-17F8EDAFF7C9}" type="sibTrans" cxnId="{D4E4BEF4-AA61-4332-9157-42405BE787A2}">
      <dgm:prSet/>
      <dgm:spPr/>
      <dgm:t>
        <a:bodyPr/>
        <a:lstStyle/>
        <a:p>
          <a:endParaRPr lang="en-GB"/>
        </a:p>
      </dgm:t>
    </dgm:pt>
    <dgm:pt modelId="{E71476B2-402E-4DE7-B775-7529429FD1FE}">
      <dgm:prSet/>
      <dgm:spPr/>
      <dgm:t>
        <a:bodyPr/>
        <a:lstStyle/>
        <a:p>
          <a:r>
            <a:rPr lang="en-US" dirty="0"/>
            <a:t>New assessed exercise was added and moved from team based to individual assessment</a:t>
          </a:r>
          <a:endParaRPr lang="en-GB" dirty="0"/>
        </a:p>
      </dgm:t>
    </dgm:pt>
    <dgm:pt modelId="{7CF55F50-2B70-41E6-8121-A6ABB200E797}" type="parTrans" cxnId="{D8EFF6CE-1BA3-4FC2-8C7A-A7CC094D7107}">
      <dgm:prSet/>
      <dgm:spPr/>
      <dgm:t>
        <a:bodyPr/>
        <a:lstStyle/>
        <a:p>
          <a:endParaRPr lang="en-GB"/>
        </a:p>
      </dgm:t>
    </dgm:pt>
    <dgm:pt modelId="{0469F550-C0E6-45B8-BEA0-EAB45E0AB056}" type="sibTrans" cxnId="{D8EFF6CE-1BA3-4FC2-8C7A-A7CC094D7107}">
      <dgm:prSet/>
      <dgm:spPr/>
      <dgm:t>
        <a:bodyPr/>
        <a:lstStyle/>
        <a:p>
          <a:endParaRPr lang="en-GB"/>
        </a:p>
      </dgm:t>
    </dgm:pt>
    <dgm:pt modelId="{C210EEF9-FA8A-425F-918F-EBE0C585FAE7}">
      <dgm:prSet/>
      <dgm:spPr/>
      <dgm:t>
        <a:bodyPr/>
        <a:lstStyle/>
        <a:p>
          <a:r>
            <a:rPr lang="en-US"/>
            <a:t>2023-24</a:t>
          </a:r>
          <a:endParaRPr lang="en-GB"/>
        </a:p>
      </dgm:t>
    </dgm:pt>
    <dgm:pt modelId="{55ACBA98-5DF3-404F-9085-C65C7A9E9D95}" type="parTrans" cxnId="{A8D89C07-0AD6-44E7-9814-85220FFD4215}">
      <dgm:prSet/>
      <dgm:spPr/>
      <dgm:t>
        <a:bodyPr/>
        <a:lstStyle/>
        <a:p>
          <a:endParaRPr lang="en-GB"/>
        </a:p>
      </dgm:t>
    </dgm:pt>
    <dgm:pt modelId="{77098DFD-652C-415D-9F35-DDEDB74A1FDA}" type="sibTrans" cxnId="{A8D89C07-0AD6-44E7-9814-85220FFD4215}">
      <dgm:prSet/>
      <dgm:spPr/>
      <dgm:t>
        <a:bodyPr/>
        <a:lstStyle/>
        <a:p>
          <a:endParaRPr lang="en-GB"/>
        </a:p>
      </dgm:t>
    </dgm:pt>
    <dgm:pt modelId="{C1974858-B554-4123-8B1A-180DA8268B23}">
      <dgm:prSet/>
      <dgm:spPr/>
      <dgm:t>
        <a:bodyPr/>
        <a:lstStyle/>
        <a:p>
          <a:r>
            <a:rPr lang="en-US"/>
            <a:t>Updated exam formatting with more detailed answer guidance blocks</a:t>
          </a:r>
          <a:endParaRPr lang="en-GB"/>
        </a:p>
      </dgm:t>
    </dgm:pt>
    <dgm:pt modelId="{DCBE8087-3CD8-438A-97D3-479E769EA9A4}" type="parTrans" cxnId="{C5331646-EA9F-4B84-94D7-6E51CBD57739}">
      <dgm:prSet/>
      <dgm:spPr/>
      <dgm:t>
        <a:bodyPr/>
        <a:lstStyle/>
        <a:p>
          <a:endParaRPr lang="en-GB"/>
        </a:p>
      </dgm:t>
    </dgm:pt>
    <dgm:pt modelId="{6C4BF6BB-8A25-4ACF-9C3C-F7969F92B06A}" type="sibTrans" cxnId="{C5331646-EA9F-4B84-94D7-6E51CBD57739}">
      <dgm:prSet/>
      <dgm:spPr/>
      <dgm:t>
        <a:bodyPr/>
        <a:lstStyle/>
        <a:p>
          <a:endParaRPr lang="en-GB"/>
        </a:p>
      </dgm:t>
    </dgm:pt>
    <dgm:pt modelId="{B3B1A226-0E4F-49FC-8344-81753450D9D9}">
      <dgm:prSet/>
      <dgm:spPr/>
      <dgm:t>
        <a:bodyPr/>
        <a:lstStyle/>
        <a:p>
          <a:r>
            <a:rPr lang="en-US"/>
            <a:t>Added Batch vs. Streaming Content (W4-06)</a:t>
          </a:r>
          <a:endParaRPr lang="en-GB"/>
        </a:p>
      </dgm:t>
    </dgm:pt>
    <dgm:pt modelId="{B93A1BD6-A5D6-4E05-86D0-F852A66363E2}" type="parTrans" cxnId="{F183E138-8932-4858-A204-5B687ADF0B44}">
      <dgm:prSet/>
      <dgm:spPr/>
      <dgm:t>
        <a:bodyPr/>
        <a:lstStyle/>
        <a:p>
          <a:endParaRPr lang="en-GB"/>
        </a:p>
      </dgm:t>
    </dgm:pt>
    <dgm:pt modelId="{0DF1D050-803F-4795-B887-1CC690187E4F}" type="sibTrans" cxnId="{F183E138-8932-4858-A204-5B687ADF0B44}">
      <dgm:prSet/>
      <dgm:spPr/>
      <dgm:t>
        <a:bodyPr/>
        <a:lstStyle/>
        <a:p>
          <a:endParaRPr lang="en-GB"/>
        </a:p>
      </dgm:t>
    </dgm:pt>
    <dgm:pt modelId="{378A492A-5101-495C-B9C8-C15F825BE21B}">
      <dgm:prSet/>
      <dgm:spPr/>
      <dgm:t>
        <a:bodyPr/>
        <a:lstStyle/>
        <a:p>
          <a:r>
            <a:rPr lang="en-US"/>
            <a:t>Recorded additional bite-sized lecture recordings</a:t>
          </a:r>
          <a:endParaRPr lang="en-GB"/>
        </a:p>
      </dgm:t>
    </dgm:pt>
    <dgm:pt modelId="{E0B010A0-B4EB-458A-BCEC-DE7356DECF39}" type="parTrans" cxnId="{89EE738C-94F1-413E-A2FD-11020E1B1247}">
      <dgm:prSet/>
      <dgm:spPr/>
      <dgm:t>
        <a:bodyPr/>
        <a:lstStyle/>
        <a:p>
          <a:endParaRPr lang="en-GB"/>
        </a:p>
      </dgm:t>
    </dgm:pt>
    <dgm:pt modelId="{012072B4-4896-46B4-B27E-3F3437D331DF}" type="sibTrans" cxnId="{89EE738C-94F1-413E-A2FD-11020E1B1247}">
      <dgm:prSet/>
      <dgm:spPr/>
      <dgm:t>
        <a:bodyPr/>
        <a:lstStyle/>
        <a:p>
          <a:endParaRPr lang="en-GB"/>
        </a:p>
      </dgm:t>
    </dgm:pt>
    <dgm:pt modelId="{D7FA8943-4539-4977-A365-1558A23B5DB5}">
      <dgm:prSet/>
      <dgm:spPr/>
      <dgm:t>
        <a:bodyPr/>
        <a:lstStyle/>
        <a:p>
          <a:r>
            <a:rPr lang="en-US"/>
            <a:t>2022-23</a:t>
          </a:r>
          <a:endParaRPr lang="en-GB"/>
        </a:p>
      </dgm:t>
    </dgm:pt>
    <dgm:pt modelId="{33B7D979-1977-4A64-BB2F-6B400A15DE69}" type="parTrans" cxnId="{F6F4975E-D029-4948-A915-5EC710E0D160}">
      <dgm:prSet/>
      <dgm:spPr/>
      <dgm:t>
        <a:bodyPr/>
        <a:lstStyle/>
        <a:p>
          <a:endParaRPr lang="en-GB"/>
        </a:p>
      </dgm:t>
    </dgm:pt>
    <dgm:pt modelId="{A64EAE22-E0EF-4A49-B5FD-114C5FAE605F}" type="sibTrans" cxnId="{F6F4975E-D029-4948-A915-5EC710E0D160}">
      <dgm:prSet/>
      <dgm:spPr/>
      <dgm:t>
        <a:bodyPr/>
        <a:lstStyle/>
        <a:p>
          <a:endParaRPr lang="en-GB"/>
        </a:p>
      </dgm:t>
    </dgm:pt>
    <dgm:pt modelId="{A7B6DBFB-E288-4D52-B2EF-511DF711E645}">
      <dgm:prSet/>
      <dgm:spPr/>
      <dgm:t>
        <a:bodyPr/>
        <a:lstStyle/>
        <a:p>
          <a:r>
            <a:rPr lang="en-US"/>
            <a:t>Lecture material (slides/videos) were completely replaced</a:t>
          </a:r>
          <a:endParaRPr lang="en-GB"/>
        </a:p>
      </dgm:t>
    </dgm:pt>
    <dgm:pt modelId="{86CA3E06-D8CF-417E-8B33-9C48D2F29F4F}" type="parTrans" cxnId="{9CAC34AF-3CE3-436B-89C7-EE67F7225DA5}">
      <dgm:prSet/>
      <dgm:spPr/>
      <dgm:t>
        <a:bodyPr/>
        <a:lstStyle/>
        <a:p>
          <a:endParaRPr lang="en-GB"/>
        </a:p>
      </dgm:t>
    </dgm:pt>
    <dgm:pt modelId="{84FEC00B-FB2D-4267-BA24-5F01DBAC9C2C}" type="sibTrans" cxnId="{9CAC34AF-3CE3-436B-89C7-EE67F7225DA5}">
      <dgm:prSet/>
      <dgm:spPr/>
      <dgm:t>
        <a:bodyPr/>
        <a:lstStyle/>
        <a:p>
          <a:endParaRPr lang="en-GB"/>
        </a:p>
      </dgm:t>
    </dgm:pt>
    <dgm:pt modelId="{78B71BE9-73A0-4A48-B5B1-E864CAA2F0CD}">
      <dgm:prSet/>
      <dgm:spPr/>
      <dgm:t>
        <a:bodyPr/>
        <a:lstStyle/>
        <a:p>
          <a:r>
            <a:rPr lang="en-US"/>
            <a:t>Added a third hour of lab time each week</a:t>
          </a:r>
          <a:endParaRPr lang="en-GB"/>
        </a:p>
      </dgm:t>
    </dgm:pt>
    <dgm:pt modelId="{28D8FABE-7EFD-492F-AFB4-4B2592D62A63}" type="parTrans" cxnId="{BB5BD52F-7C02-42B0-AD29-863D8E17B296}">
      <dgm:prSet/>
      <dgm:spPr/>
      <dgm:t>
        <a:bodyPr/>
        <a:lstStyle/>
        <a:p>
          <a:endParaRPr lang="en-GB"/>
        </a:p>
      </dgm:t>
    </dgm:pt>
    <dgm:pt modelId="{FF07B858-C1FC-4F5E-A320-DB2BE8A58FF6}" type="sibTrans" cxnId="{BB5BD52F-7C02-42B0-AD29-863D8E17B296}">
      <dgm:prSet/>
      <dgm:spPr/>
      <dgm:t>
        <a:bodyPr/>
        <a:lstStyle/>
        <a:p>
          <a:endParaRPr lang="en-GB"/>
        </a:p>
      </dgm:t>
    </dgm:pt>
    <dgm:pt modelId="{EFA43771-BC97-4B77-AAE0-DC12A2D37D0D}">
      <dgm:prSet/>
      <dgm:spPr/>
      <dgm:t>
        <a:bodyPr/>
        <a:lstStyle/>
        <a:p>
          <a:r>
            <a:rPr lang="en-US"/>
            <a:t>Online Quizzes removed (due to time constraints)</a:t>
          </a:r>
          <a:endParaRPr lang="en-GB"/>
        </a:p>
      </dgm:t>
    </dgm:pt>
    <dgm:pt modelId="{DE97A531-1F8B-4F48-AF10-A03E1A159F12}" type="parTrans" cxnId="{177B6415-30BE-4503-91AB-144FA4859E9A}">
      <dgm:prSet/>
      <dgm:spPr/>
      <dgm:t>
        <a:bodyPr/>
        <a:lstStyle/>
        <a:p>
          <a:endParaRPr lang="en-GB"/>
        </a:p>
      </dgm:t>
    </dgm:pt>
    <dgm:pt modelId="{0FE0929B-0BD9-4404-9E23-6EAE62808B96}" type="sibTrans" cxnId="{177B6415-30BE-4503-91AB-144FA4859E9A}">
      <dgm:prSet/>
      <dgm:spPr/>
      <dgm:t>
        <a:bodyPr/>
        <a:lstStyle/>
        <a:p>
          <a:endParaRPr lang="en-GB"/>
        </a:p>
      </dgm:t>
    </dgm:pt>
    <dgm:pt modelId="{C62497DF-BDA3-4155-AFD5-884661A73227}">
      <dgm:prSet/>
      <dgm:spPr/>
      <dgm:t>
        <a:bodyPr/>
        <a:lstStyle/>
        <a:p>
          <a:r>
            <a:rPr lang="en-US"/>
            <a:t>2021-22</a:t>
          </a:r>
          <a:endParaRPr lang="en-GB"/>
        </a:p>
      </dgm:t>
    </dgm:pt>
    <dgm:pt modelId="{83DF4BFF-ADD1-4A6A-B5D5-E7FECDD4E76A}" type="parTrans" cxnId="{ED05D054-2395-4F57-9FEC-65F5529DDA41}">
      <dgm:prSet/>
      <dgm:spPr/>
      <dgm:t>
        <a:bodyPr/>
        <a:lstStyle/>
        <a:p>
          <a:endParaRPr lang="en-GB"/>
        </a:p>
      </dgm:t>
    </dgm:pt>
    <dgm:pt modelId="{144CAD3F-55F1-4AC8-9F76-4C716B745EA3}" type="sibTrans" cxnId="{ED05D054-2395-4F57-9FEC-65F5529DDA41}">
      <dgm:prSet/>
      <dgm:spPr/>
      <dgm:t>
        <a:bodyPr/>
        <a:lstStyle/>
        <a:p>
          <a:endParaRPr lang="en-GB"/>
        </a:p>
      </dgm:t>
    </dgm:pt>
    <dgm:pt modelId="{852288DA-4451-433B-A392-56AF0EC1BC7E}">
      <dgm:prSet/>
      <dgm:spPr/>
      <dgm:t>
        <a:bodyPr/>
        <a:lstStyle/>
        <a:p>
          <a:r>
            <a:rPr lang="en-US"/>
            <a:t>Added Apache Spark tutorials and video material</a:t>
          </a:r>
          <a:endParaRPr lang="en-GB"/>
        </a:p>
      </dgm:t>
    </dgm:pt>
    <dgm:pt modelId="{A5615B3D-05CB-4708-8FE7-65014B747CA2}" type="parTrans" cxnId="{2739914D-9DEE-4051-9043-7ECFC2669E5F}">
      <dgm:prSet/>
      <dgm:spPr/>
      <dgm:t>
        <a:bodyPr/>
        <a:lstStyle/>
        <a:p>
          <a:endParaRPr lang="en-GB"/>
        </a:p>
      </dgm:t>
    </dgm:pt>
    <dgm:pt modelId="{3484FF5D-DDD1-4212-A73F-5BC8ADA8C86A}" type="sibTrans" cxnId="{2739914D-9DEE-4051-9043-7ECFC2669E5F}">
      <dgm:prSet/>
      <dgm:spPr/>
      <dgm:t>
        <a:bodyPr/>
        <a:lstStyle/>
        <a:p>
          <a:endParaRPr lang="en-GB"/>
        </a:p>
      </dgm:t>
    </dgm:pt>
    <dgm:pt modelId="{D9D349E0-F4DC-4F91-BD31-64C6797D3E86}">
      <dgm:prSet/>
      <dgm:spPr/>
      <dgm:t>
        <a:bodyPr/>
        <a:lstStyle/>
        <a:p>
          <a:r>
            <a:rPr lang="en-US"/>
            <a:t>Added new Apache Spark-based assessed exercise, removed Hadoop-based assessed exercise</a:t>
          </a:r>
          <a:endParaRPr lang="en-GB"/>
        </a:p>
      </dgm:t>
    </dgm:pt>
    <dgm:pt modelId="{CA03E189-6FD6-474F-9CD6-7719846583D2}" type="parTrans" cxnId="{58E68672-1591-477A-AD52-3B9083138083}">
      <dgm:prSet/>
      <dgm:spPr/>
      <dgm:t>
        <a:bodyPr/>
        <a:lstStyle/>
        <a:p>
          <a:endParaRPr lang="en-GB"/>
        </a:p>
      </dgm:t>
    </dgm:pt>
    <dgm:pt modelId="{192E5C83-F34A-4708-BEA8-E83DA388B39F}" type="sibTrans" cxnId="{58E68672-1591-477A-AD52-3B9083138083}">
      <dgm:prSet/>
      <dgm:spPr/>
      <dgm:t>
        <a:bodyPr/>
        <a:lstStyle/>
        <a:p>
          <a:endParaRPr lang="en-GB"/>
        </a:p>
      </dgm:t>
    </dgm:pt>
    <dgm:pt modelId="{71991BF0-3D30-45DB-B82E-22F44A979959}">
      <dgm:prSet/>
      <dgm:spPr/>
      <dgm:t>
        <a:bodyPr/>
        <a:lstStyle/>
        <a:p>
          <a:r>
            <a:rPr lang="en-GB" dirty="0"/>
            <a:t>[In Progress…] Adding optional Apache Flink tutorial content</a:t>
          </a:r>
        </a:p>
      </dgm:t>
    </dgm:pt>
    <dgm:pt modelId="{ED49DA9A-4522-4240-9327-CFD3DCAA4718}" type="parTrans" cxnId="{49B7107C-869A-44F4-AB96-D972B56C5261}">
      <dgm:prSet/>
      <dgm:spPr/>
      <dgm:t>
        <a:bodyPr/>
        <a:lstStyle/>
        <a:p>
          <a:endParaRPr lang="en-GB"/>
        </a:p>
      </dgm:t>
    </dgm:pt>
    <dgm:pt modelId="{339B4C9C-FB2A-4B25-BE0A-8113BD644CAD}" type="sibTrans" cxnId="{49B7107C-869A-44F4-AB96-D972B56C5261}">
      <dgm:prSet/>
      <dgm:spPr/>
      <dgm:t>
        <a:bodyPr/>
        <a:lstStyle/>
        <a:p>
          <a:endParaRPr lang="en-GB"/>
        </a:p>
      </dgm:t>
    </dgm:pt>
    <dgm:pt modelId="{381490AF-4C43-43E0-964B-790259AC227B}" type="pres">
      <dgm:prSet presAssocID="{3F3AC06B-463C-4565-9C6A-2EFDBF0E593F}" presName="linear" presStyleCnt="0">
        <dgm:presLayoutVars>
          <dgm:animLvl val="lvl"/>
          <dgm:resizeHandles val="exact"/>
        </dgm:presLayoutVars>
      </dgm:prSet>
      <dgm:spPr/>
    </dgm:pt>
    <dgm:pt modelId="{73F052E5-D41C-442C-9D8F-2F7D833CF9AB}" type="pres">
      <dgm:prSet presAssocID="{C7752FD1-DFE8-40AD-A8B3-7183462292F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9E95C9C-6E81-4A5D-A174-D9ECA027F3CA}" type="pres">
      <dgm:prSet presAssocID="{C7752FD1-DFE8-40AD-A8B3-7183462292FF}" presName="childText" presStyleLbl="revTx" presStyleIdx="0" presStyleCnt="4">
        <dgm:presLayoutVars>
          <dgm:bulletEnabled val="1"/>
        </dgm:presLayoutVars>
      </dgm:prSet>
      <dgm:spPr/>
    </dgm:pt>
    <dgm:pt modelId="{B8B83BB3-A58E-4BD5-8A85-98582225F461}" type="pres">
      <dgm:prSet presAssocID="{C210EEF9-FA8A-425F-918F-EBE0C585FAE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CE35C07-A4E3-454F-8662-918EED056B7F}" type="pres">
      <dgm:prSet presAssocID="{C210EEF9-FA8A-425F-918F-EBE0C585FAE7}" presName="childText" presStyleLbl="revTx" presStyleIdx="1" presStyleCnt="4">
        <dgm:presLayoutVars>
          <dgm:bulletEnabled val="1"/>
        </dgm:presLayoutVars>
      </dgm:prSet>
      <dgm:spPr/>
    </dgm:pt>
    <dgm:pt modelId="{8FBE9496-32D9-48A7-A875-9FB53B64BD7F}" type="pres">
      <dgm:prSet presAssocID="{D7FA8943-4539-4977-A365-1558A23B5DB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C292F87-BE73-47F6-A670-F4844F5A8024}" type="pres">
      <dgm:prSet presAssocID="{D7FA8943-4539-4977-A365-1558A23B5DB5}" presName="childText" presStyleLbl="revTx" presStyleIdx="2" presStyleCnt="4">
        <dgm:presLayoutVars>
          <dgm:bulletEnabled val="1"/>
        </dgm:presLayoutVars>
      </dgm:prSet>
      <dgm:spPr/>
    </dgm:pt>
    <dgm:pt modelId="{49AECF7A-30A0-430C-980A-C6F6C97F68EB}" type="pres">
      <dgm:prSet presAssocID="{C62497DF-BDA3-4155-AFD5-884661A73227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2EB77182-80BB-45EB-BB37-74F48ACFBD58}" type="pres">
      <dgm:prSet presAssocID="{C62497DF-BDA3-4155-AFD5-884661A73227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F8178604-23DB-49DA-82AD-B0D9D42FD365}" type="presOf" srcId="{3F3AC06B-463C-4565-9C6A-2EFDBF0E593F}" destId="{381490AF-4C43-43E0-964B-790259AC227B}" srcOrd="0" destOrd="0" presId="urn:microsoft.com/office/officeart/2005/8/layout/vList2"/>
    <dgm:cxn modelId="{A8D89C07-0AD6-44E7-9814-85220FFD4215}" srcId="{3F3AC06B-463C-4565-9C6A-2EFDBF0E593F}" destId="{C210EEF9-FA8A-425F-918F-EBE0C585FAE7}" srcOrd="1" destOrd="0" parTransId="{55ACBA98-5DF3-404F-9085-C65C7A9E9D95}" sibTransId="{77098DFD-652C-415D-9F35-DDEDB74A1FDA}"/>
    <dgm:cxn modelId="{8C281809-967A-420E-B72B-B3BB7D971A72}" type="presOf" srcId="{C210EEF9-FA8A-425F-918F-EBE0C585FAE7}" destId="{B8B83BB3-A58E-4BD5-8A85-98582225F461}" srcOrd="0" destOrd="0" presId="urn:microsoft.com/office/officeart/2005/8/layout/vList2"/>
    <dgm:cxn modelId="{8D202E0A-C3D4-4D96-BC51-3510D1C5ED6D}" type="presOf" srcId="{C7752FD1-DFE8-40AD-A8B3-7183462292FF}" destId="{73F052E5-D41C-442C-9D8F-2F7D833CF9AB}" srcOrd="0" destOrd="0" presId="urn:microsoft.com/office/officeart/2005/8/layout/vList2"/>
    <dgm:cxn modelId="{177B6415-30BE-4503-91AB-144FA4859E9A}" srcId="{D7FA8943-4539-4977-A365-1558A23B5DB5}" destId="{EFA43771-BC97-4B77-AAE0-DC12A2D37D0D}" srcOrd="2" destOrd="0" parTransId="{DE97A531-1F8B-4F48-AF10-A03E1A159F12}" sibTransId="{0FE0929B-0BD9-4404-9E23-6EAE62808B96}"/>
    <dgm:cxn modelId="{D5154516-7FDD-4363-876B-AF4716F60FD6}" type="presOf" srcId="{A7B6DBFB-E288-4D52-B2EF-511DF711E645}" destId="{AC292F87-BE73-47F6-A670-F4844F5A8024}" srcOrd="0" destOrd="0" presId="urn:microsoft.com/office/officeart/2005/8/layout/vList2"/>
    <dgm:cxn modelId="{BB5BD52F-7C02-42B0-AD29-863D8E17B296}" srcId="{D7FA8943-4539-4977-A365-1558A23B5DB5}" destId="{78B71BE9-73A0-4A48-B5B1-E864CAA2F0CD}" srcOrd="1" destOrd="0" parTransId="{28D8FABE-7EFD-492F-AFB4-4B2592D62A63}" sibTransId="{FF07B858-C1FC-4F5E-A320-DB2BE8A58FF6}"/>
    <dgm:cxn modelId="{F183E138-8932-4858-A204-5B687ADF0B44}" srcId="{C210EEF9-FA8A-425F-918F-EBE0C585FAE7}" destId="{B3B1A226-0E4F-49FC-8344-81753450D9D9}" srcOrd="1" destOrd="0" parTransId="{B93A1BD6-A5D6-4E05-86D0-F852A66363E2}" sibTransId="{0DF1D050-803F-4795-B887-1CC690187E4F}"/>
    <dgm:cxn modelId="{D5A5C63B-BF10-455B-AC71-1EE4A39B4442}" type="presOf" srcId="{EFA43771-BC97-4B77-AAE0-DC12A2D37D0D}" destId="{AC292F87-BE73-47F6-A670-F4844F5A8024}" srcOrd="0" destOrd="2" presId="urn:microsoft.com/office/officeart/2005/8/layout/vList2"/>
    <dgm:cxn modelId="{612A8C3F-BE44-4EDC-B0CD-29901CF8C434}" type="presOf" srcId="{71991BF0-3D30-45DB-B82E-22F44A979959}" destId="{29E95C9C-6E81-4A5D-A174-D9ECA027F3CA}" srcOrd="0" destOrd="1" presId="urn:microsoft.com/office/officeart/2005/8/layout/vList2"/>
    <dgm:cxn modelId="{F6F4975E-D029-4948-A915-5EC710E0D160}" srcId="{3F3AC06B-463C-4565-9C6A-2EFDBF0E593F}" destId="{D7FA8943-4539-4977-A365-1558A23B5DB5}" srcOrd="2" destOrd="0" parTransId="{33B7D979-1977-4A64-BB2F-6B400A15DE69}" sibTransId="{A64EAE22-E0EF-4A49-B5FD-114C5FAE605F}"/>
    <dgm:cxn modelId="{51EEF241-EA58-4BB5-9E93-C862E827831F}" type="presOf" srcId="{B3B1A226-0E4F-49FC-8344-81753450D9D9}" destId="{1CE35C07-A4E3-454F-8662-918EED056B7F}" srcOrd="0" destOrd="1" presId="urn:microsoft.com/office/officeart/2005/8/layout/vList2"/>
    <dgm:cxn modelId="{40E98564-687F-4141-9238-AA5880F35F4E}" type="presOf" srcId="{378A492A-5101-495C-B9C8-C15F825BE21B}" destId="{1CE35C07-A4E3-454F-8662-918EED056B7F}" srcOrd="0" destOrd="2" presId="urn:microsoft.com/office/officeart/2005/8/layout/vList2"/>
    <dgm:cxn modelId="{C5331646-EA9F-4B84-94D7-6E51CBD57739}" srcId="{C210EEF9-FA8A-425F-918F-EBE0C585FAE7}" destId="{C1974858-B554-4123-8B1A-180DA8268B23}" srcOrd="0" destOrd="0" parTransId="{DCBE8087-3CD8-438A-97D3-479E769EA9A4}" sibTransId="{6C4BF6BB-8A25-4ACF-9C3C-F7969F92B06A}"/>
    <dgm:cxn modelId="{2739914D-9DEE-4051-9043-7ECFC2669E5F}" srcId="{C62497DF-BDA3-4155-AFD5-884661A73227}" destId="{852288DA-4451-433B-A392-56AF0EC1BC7E}" srcOrd="0" destOrd="0" parTransId="{A5615B3D-05CB-4708-8FE7-65014B747CA2}" sibTransId="{3484FF5D-DDD1-4212-A73F-5BC8ADA8C86A}"/>
    <dgm:cxn modelId="{58E68672-1591-477A-AD52-3B9083138083}" srcId="{C62497DF-BDA3-4155-AFD5-884661A73227}" destId="{D9D349E0-F4DC-4F91-BD31-64C6797D3E86}" srcOrd="1" destOrd="0" parTransId="{CA03E189-6FD6-474F-9CD6-7719846583D2}" sibTransId="{192E5C83-F34A-4708-BEA8-E83DA388B39F}"/>
    <dgm:cxn modelId="{9CA2FA72-A0F2-4B48-9384-BCBE3B9C4DA5}" type="presOf" srcId="{C1974858-B554-4123-8B1A-180DA8268B23}" destId="{1CE35C07-A4E3-454F-8662-918EED056B7F}" srcOrd="0" destOrd="0" presId="urn:microsoft.com/office/officeart/2005/8/layout/vList2"/>
    <dgm:cxn modelId="{ED05D054-2395-4F57-9FEC-65F5529DDA41}" srcId="{3F3AC06B-463C-4565-9C6A-2EFDBF0E593F}" destId="{C62497DF-BDA3-4155-AFD5-884661A73227}" srcOrd="3" destOrd="0" parTransId="{83DF4BFF-ADD1-4A6A-B5D5-E7FECDD4E76A}" sibTransId="{144CAD3F-55F1-4AC8-9F76-4C716B745EA3}"/>
    <dgm:cxn modelId="{C351545A-D7FB-43B0-9824-C2A78498D353}" type="presOf" srcId="{D9D349E0-F4DC-4F91-BD31-64C6797D3E86}" destId="{2EB77182-80BB-45EB-BB37-74F48ACFBD58}" srcOrd="0" destOrd="1" presId="urn:microsoft.com/office/officeart/2005/8/layout/vList2"/>
    <dgm:cxn modelId="{49B7107C-869A-44F4-AB96-D972B56C5261}" srcId="{C7752FD1-DFE8-40AD-A8B3-7183462292FF}" destId="{71991BF0-3D30-45DB-B82E-22F44A979959}" srcOrd="1" destOrd="0" parTransId="{ED49DA9A-4522-4240-9327-CFD3DCAA4718}" sibTransId="{339B4C9C-FB2A-4B25-BE0A-8113BD644CAD}"/>
    <dgm:cxn modelId="{89EE738C-94F1-413E-A2FD-11020E1B1247}" srcId="{C210EEF9-FA8A-425F-918F-EBE0C585FAE7}" destId="{378A492A-5101-495C-B9C8-C15F825BE21B}" srcOrd="2" destOrd="0" parTransId="{E0B010A0-B4EB-458A-BCEC-DE7356DECF39}" sibTransId="{012072B4-4896-46B4-B27E-3F3437D331DF}"/>
    <dgm:cxn modelId="{F1015BAB-15E7-48C8-8F27-BABEAB99EB7E}" type="presOf" srcId="{E71476B2-402E-4DE7-B775-7529429FD1FE}" destId="{29E95C9C-6E81-4A5D-A174-D9ECA027F3CA}" srcOrd="0" destOrd="0" presId="urn:microsoft.com/office/officeart/2005/8/layout/vList2"/>
    <dgm:cxn modelId="{9CAC34AF-3CE3-436B-89C7-EE67F7225DA5}" srcId="{D7FA8943-4539-4977-A365-1558A23B5DB5}" destId="{A7B6DBFB-E288-4D52-B2EF-511DF711E645}" srcOrd="0" destOrd="0" parTransId="{86CA3E06-D8CF-417E-8B33-9C48D2F29F4F}" sibTransId="{84FEC00B-FB2D-4267-BA24-5F01DBAC9C2C}"/>
    <dgm:cxn modelId="{5EEFC9C1-A932-4445-8E71-3516A257A5CA}" type="presOf" srcId="{78B71BE9-73A0-4A48-B5B1-E864CAA2F0CD}" destId="{AC292F87-BE73-47F6-A670-F4844F5A8024}" srcOrd="0" destOrd="1" presId="urn:microsoft.com/office/officeart/2005/8/layout/vList2"/>
    <dgm:cxn modelId="{D8EFF6CE-1BA3-4FC2-8C7A-A7CC094D7107}" srcId="{C7752FD1-DFE8-40AD-A8B3-7183462292FF}" destId="{E71476B2-402E-4DE7-B775-7529429FD1FE}" srcOrd="0" destOrd="0" parTransId="{7CF55F50-2B70-41E6-8121-A6ABB200E797}" sibTransId="{0469F550-C0E6-45B8-BEA0-EAB45E0AB056}"/>
    <dgm:cxn modelId="{0D9E3EDE-E65F-45D4-A4E0-26898D93A079}" type="presOf" srcId="{852288DA-4451-433B-A392-56AF0EC1BC7E}" destId="{2EB77182-80BB-45EB-BB37-74F48ACFBD58}" srcOrd="0" destOrd="0" presId="urn:microsoft.com/office/officeart/2005/8/layout/vList2"/>
    <dgm:cxn modelId="{DFA412ED-9668-4284-84AD-72407DC8761A}" type="presOf" srcId="{C62497DF-BDA3-4155-AFD5-884661A73227}" destId="{49AECF7A-30A0-430C-980A-C6F6C97F68EB}" srcOrd="0" destOrd="0" presId="urn:microsoft.com/office/officeart/2005/8/layout/vList2"/>
    <dgm:cxn modelId="{D4E4BEF4-AA61-4332-9157-42405BE787A2}" srcId="{3F3AC06B-463C-4565-9C6A-2EFDBF0E593F}" destId="{C7752FD1-DFE8-40AD-A8B3-7183462292FF}" srcOrd="0" destOrd="0" parTransId="{26318556-7241-40EE-A071-4FB3404219EC}" sibTransId="{A162CC6C-9A32-4269-8053-17F8EDAFF7C9}"/>
    <dgm:cxn modelId="{7098BCFD-95AE-4517-B03A-8BE73AD89D34}" type="presOf" srcId="{D7FA8943-4539-4977-A365-1558A23B5DB5}" destId="{8FBE9496-32D9-48A7-A875-9FB53B64BD7F}" srcOrd="0" destOrd="0" presId="urn:microsoft.com/office/officeart/2005/8/layout/vList2"/>
    <dgm:cxn modelId="{0757FAB3-150B-4552-8B78-0EF720E8570C}" type="presParOf" srcId="{381490AF-4C43-43E0-964B-790259AC227B}" destId="{73F052E5-D41C-442C-9D8F-2F7D833CF9AB}" srcOrd="0" destOrd="0" presId="urn:microsoft.com/office/officeart/2005/8/layout/vList2"/>
    <dgm:cxn modelId="{300AC920-28F0-4709-A0BA-5177356C1036}" type="presParOf" srcId="{381490AF-4C43-43E0-964B-790259AC227B}" destId="{29E95C9C-6E81-4A5D-A174-D9ECA027F3CA}" srcOrd="1" destOrd="0" presId="urn:microsoft.com/office/officeart/2005/8/layout/vList2"/>
    <dgm:cxn modelId="{5470286F-02E8-4550-87AA-4256F39C7C03}" type="presParOf" srcId="{381490AF-4C43-43E0-964B-790259AC227B}" destId="{B8B83BB3-A58E-4BD5-8A85-98582225F461}" srcOrd="2" destOrd="0" presId="urn:microsoft.com/office/officeart/2005/8/layout/vList2"/>
    <dgm:cxn modelId="{42A3E2F2-0CD9-4876-AD6A-5CA2EDD59AB7}" type="presParOf" srcId="{381490AF-4C43-43E0-964B-790259AC227B}" destId="{1CE35C07-A4E3-454F-8662-918EED056B7F}" srcOrd="3" destOrd="0" presId="urn:microsoft.com/office/officeart/2005/8/layout/vList2"/>
    <dgm:cxn modelId="{D953B3CE-EE86-49CA-BFBF-D5596D7A7F5C}" type="presParOf" srcId="{381490AF-4C43-43E0-964B-790259AC227B}" destId="{8FBE9496-32D9-48A7-A875-9FB53B64BD7F}" srcOrd="4" destOrd="0" presId="urn:microsoft.com/office/officeart/2005/8/layout/vList2"/>
    <dgm:cxn modelId="{5FD3CDDF-9A18-4C37-B369-20019375B741}" type="presParOf" srcId="{381490AF-4C43-43E0-964B-790259AC227B}" destId="{AC292F87-BE73-47F6-A670-F4844F5A8024}" srcOrd="5" destOrd="0" presId="urn:microsoft.com/office/officeart/2005/8/layout/vList2"/>
    <dgm:cxn modelId="{F0B991A3-7F81-4300-A023-E971F5B7C735}" type="presParOf" srcId="{381490AF-4C43-43E0-964B-790259AC227B}" destId="{49AECF7A-30A0-430C-980A-C6F6C97F68EB}" srcOrd="6" destOrd="0" presId="urn:microsoft.com/office/officeart/2005/8/layout/vList2"/>
    <dgm:cxn modelId="{0F833EBD-D3A2-4E74-86B8-33957AAF2CA2}" type="presParOf" srcId="{381490AF-4C43-43E0-964B-790259AC227B}" destId="{2EB77182-80BB-45EB-BB37-74F48ACFBD58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029065-C69C-40AF-8021-6082850BA750}">
      <dsp:nvSpPr>
        <dsp:cNvPr id="0" name=""/>
        <dsp:cNvSpPr/>
      </dsp:nvSpPr>
      <dsp:spPr>
        <a:xfrm>
          <a:off x="9688" y="856913"/>
          <a:ext cx="2336867" cy="701060"/>
        </a:xfrm>
        <a:prstGeom prst="chevron">
          <a:avLst>
            <a:gd name="adj" fmla="val 3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561" tIns="86561" rIns="86561" bIns="86561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Design, develop and evaluate</a:t>
          </a:r>
        </a:p>
      </dsp:txBody>
      <dsp:txXfrm>
        <a:off x="220006" y="856913"/>
        <a:ext cx="1916231" cy="701060"/>
      </dsp:txXfrm>
    </dsp:sp>
    <dsp:sp modelId="{C7AE6B20-74DB-4CF6-8821-883D05692DB7}">
      <dsp:nvSpPr>
        <dsp:cNvPr id="0" name=""/>
        <dsp:cNvSpPr/>
      </dsp:nvSpPr>
      <dsp:spPr>
        <a:xfrm>
          <a:off x="9688" y="1557973"/>
          <a:ext cx="2126549" cy="219203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045" tIns="168045" rIns="168045" bIns="336089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Design, develop and evaluate programs to access big data repositories in a massively parallel manner;</a:t>
          </a:r>
        </a:p>
      </dsp:txBody>
      <dsp:txXfrm>
        <a:off x="9688" y="1557973"/>
        <a:ext cx="2126549" cy="2192038"/>
      </dsp:txXfrm>
    </dsp:sp>
    <dsp:sp modelId="{8CBF577D-CB05-473E-846B-B43A02727810}">
      <dsp:nvSpPr>
        <dsp:cNvPr id="0" name=""/>
        <dsp:cNvSpPr/>
      </dsp:nvSpPr>
      <dsp:spPr>
        <a:xfrm>
          <a:off x="2289240" y="856913"/>
          <a:ext cx="2336867" cy="701060"/>
        </a:xfrm>
        <a:prstGeom prst="chevron">
          <a:avLst>
            <a:gd name="adj" fmla="val 3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561" tIns="86561" rIns="86561" bIns="86561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Discuss and contrast</a:t>
          </a:r>
        </a:p>
      </dsp:txBody>
      <dsp:txXfrm>
        <a:off x="2499558" y="856913"/>
        <a:ext cx="1916231" cy="701060"/>
      </dsp:txXfrm>
    </dsp:sp>
    <dsp:sp modelId="{D07D6835-EE3F-466C-A1F8-0BE7CE9DBE0F}">
      <dsp:nvSpPr>
        <dsp:cNvPr id="0" name=""/>
        <dsp:cNvSpPr/>
      </dsp:nvSpPr>
      <dsp:spPr>
        <a:xfrm>
          <a:off x="2289240" y="1557973"/>
          <a:ext cx="2126549" cy="219203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045" tIns="168045" rIns="168045" bIns="336089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Discuss and contrast the internals of the design and implementation of current cloud data storage and processing systems; </a:t>
          </a:r>
        </a:p>
      </dsp:txBody>
      <dsp:txXfrm>
        <a:off x="2289240" y="1557973"/>
        <a:ext cx="2126549" cy="2192038"/>
      </dsp:txXfrm>
    </dsp:sp>
    <dsp:sp modelId="{23C9419E-0FF1-49A2-8AA8-179064449764}">
      <dsp:nvSpPr>
        <dsp:cNvPr id="0" name=""/>
        <dsp:cNvSpPr/>
      </dsp:nvSpPr>
      <dsp:spPr>
        <a:xfrm>
          <a:off x="4568791" y="856913"/>
          <a:ext cx="2336867" cy="701060"/>
        </a:xfrm>
        <a:prstGeom prst="chevron">
          <a:avLst>
            <a:gd name="adj" fmla="val 3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561" tIns="86561" rIns="86561" bIns="86561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Identify and analyse</a:t>
          </a:r>
        </a:p>
      </dsp:txBody>
      <dsp:txXfrm>
        <a:off x="4779109" y="856913"/>
        <a:ext cx="1916231" cy="701060"/>
      </dsp:txXfrm>
    </dsp:sp>
    <dsp:sp modelId="{7D9EECFF-94C4-4376-992B-F1237B2E78A7}">
      <dsp:nvSpPr>
        <dsp:cNvPr id="0" name=""/>
        <dsp:cNvSpPr/>
      </dsp:nvSpPr>
      <dsp:spPr>
        <a:xfrm>
          <a:off x="4568791" y="1557973"/>
          <a:ext cx="2126549" cy="219203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045" tIns="168045" rIns="168045" bIns="336089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Identify and analyse issues related to the scalability and efficiency challenges of processing complex queries/algorithms against big data systems, and develop and assess ways of addressing said challenges;</a:t>
          </a:r>
        </a:p>
      </dsp:txBody>
      <dsp:txXfrm>
        <a:off x="4568791" y="1557973"/>
        <a:ext cx="2126549" cy="2192038"/>
      </dsp:txXfrm>
    </dsp:sp>
    <dsp:sp modelId="{3E234F38-E2F8-404B-AA4B-33DDF6F7B576}">
      <dsp:nvSpPr>
        <dsp:cNvPr id="0" name=""/>
        <dsp:cNvSpPr/>
      </dsp:nvSpPr>
      <dsp:spPr>
        <a:xfrm>
          <a:off x="6848342" y="856913"/>
          <a:ext cx="2336867" cy="701060"/>
        </a:xfrm>
        <a:prstGeom prst="chevron">
          <a:avLst>
            <a:gd name="adj" fmla="val 3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561" tIns="86561" rIns="86561" bIns="86561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Explain and appraise</a:t>
          </a:r>
        </a:p>
      </dsp:txBody>
      <dsp:txXfrm>
        <a:off x="7058660" y="856913"/>
        <a:ext cx="1916231" cy="701060"/>
      </dsp:txXfrm>
    </dsp:sp>
    <dsp:sp modelId="{665E9CD6-B993-4468-B7F7-C1F46C070305}">
      <dsp:nvSpPr>
        <dsp:cNvPr id="0" name=""/>
        <dsp:cNvSpPr/>
      </dsp:nvSpPr>
      <dsp:spPr>
        <a:xfrm>
          <a:off x="6848342" y="1557973"/>
          <a:ext cx="2126549" cy="219203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045" tIns="168045" rIns="168045" bIns="336089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Explain and appraise state-of-the-art research in the field of big data systems.</a:t>
          </a:r>
        </a:p>
      </dsp:txBody>
      <dsp:txXfrm>
        <a:off x="6848342" y="1557973"/>
        <a:ext cx="2126549" cy="2192038"/>
      </dsp:txXfrm>
    </dsp:sp>
    <dsp:sp modelId="{417C8383-7810-4D98-ACBF-7F05536146A9}">
      <dsp:nvSpPr>
        <dsp:cNvPr id="0" name=""/>
        <dsp:cNvSpPr/>
      </dsp:nvSpPr>
      <dsp:spPr>
        <a:xfrm>
          <a:off x="9127893" y="856913"/>
          <a:ext cx="2336867" cy="701060"/>
        </a:xfrm>
        <a:prstGeom prst="chevron">
          <a:avLst>
            <a:gd name="adj" fmla="val 3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561" tIns="86561" rIns="86561" bIns="86561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Demonstrate</a:t>
          </a:r>
        </a:p>
      </dsp:txBody>
      <dsp:txXfrm>
        <a:off x="9338211" y="856913"/>
        <a:ext cx="1916231" cy="701060"/>
      </dsp:txXfrm>
    </dsp:sp>
    <dsp:sp modelId="{8BE824C7-6BF8-471A-A621-FEA817602C63}">
      <dsp:nvSpPr>
        <dsp:cNvPr id="0" name=""/>
        <dsp:cNvSpPr/>
      </dsp:nvSpPr>
      <dsp:spPr>
        <a:xfrm>
          <a:off x="9127893" y="1557973"/>
          <a:ext cx="2126549" cy="219203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045" tIns="168045" rIns="168045" bIns="336089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Demonstrate that they have mastered the required background knowledge to pursue graduate studies in the fields of cloud systems and big data.</a:t>
          </a:r>
        </a:p>
      </dsp:txBody>
      <dsp:txXfrm>
        <a:off x="9127893" y="1557973"/>
        <a:ext cx="2126549" cy="219203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F052E5-D41C-442C-9D8F-2F7D833CF9AB}">
      <dsp:nvSpPr>
        <dsp:cNvPr id="0" name=""/>
        <dsp:cNvSpPr/>
      </dsp:nvSpPr>
      <dsp:spPr>
        <a:xfrm>
          <a:off x="0" y="84309"/>
          <a:ext cx="11474450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2024-25</a:t>
          </a:r>
          <a:endParaRPr lang="en-GB" sz="1900" kern="1200"/>
        </a:p>
      </dsp:txBody>
      <dsp:txXfrm>
        <a:off x="22246" y="106555"/>
        <a:ext cx="11429958" cy="411223"/>
      </dsp:txXfrm>
    </dsp:sp>
    <dsp:sp modelId="{29E95C9C-6E81-4A5D-A174-D9ECA027F3CA}">
      <dsp:nvSpPr>
        <dsp:cNvPr id="0" name=""/>
        <dsp:cNvSpPr/>
      </dsp:nvSpPr>
      <dsp:spPr>
        <a:xfrm>
          <a:off x="0" y="540025"/>
          <a:ext cx="11474450" cy="5211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4314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kern="1200" dirty="0"/>
            <a:t>New assessed exercise was added and moved from team based to individual assessment</a:t>
          </a:r>
          <a:endParaRPr lang="en-GB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500" kern="1200" dirty="0"/>
            <a:t>[In Progress…] Adding optional Apache Flink tutorial content</a:t>
          </a:r>
        </a:p>
      </dsp:txBody>
      <dsp:txXfrm>
        <a:off x="0" y="540025"/>
        <a:ext cx="11474450" cy="521122"/>
      </dsp:txXfrm>
    </dsp:sp>
    <dsp:sp modelId="{B8B83BB3-A58E-4BD5-8A85-98582225F461}">
      <dsp:nvSpPr>
        <dsp:cNvPr id="0" name=""/>
        <dsp:cNvSpPr/>
      </dsp:nvSpPr>
      <dsp:spPr>
        <a:xfrm>
          <a:off x="0" y="1061147"/>
          <a:ext cx="11474450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2023-24</a:t>
          </a:r>
          <a:endParaRPr lang="en-GB" sz="1900" kern="1200"/>
        </a:p>
      </dsp:txBody>
      <dsp:txXfrm>
        <a:off x="22246" y="1083393"/>
        <a:ext cx="11429958" cy="411223"/>
      </dsp:txXfrm>
    </dsp:sp>
    <dsp:sp modelId="{1CE35C07-A4E3-454F-8662-918EED056B7F}">
      <dsp:nvSpPr>
        <dsp:cNvPr id="0" name=""/>
        <dsp:cNvSpPr/>
      </dsp:nvSpPr>
      <dsp:spPr>
        <a:xfrm>
          <a:off x="0" y="1516862"/>
          <a:ext cx="11474450" cy="7865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4314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kern="1200"/>
            <a:t>Updated exam formatting with more detailed answer guidance blocks</a:t>
          </a:r>
          <a:endParaRPr lang="en-GB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kern="1200"/>
            <a:t>Added Batch vs. Streaming Content (W4-06)</a:t>
          </a:r>
          <a:endParaRPr lang="en-GB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kern="1200"/>
            <a:t>Recorded additional bite-sized lecture recordings</a:t>
          </a:r>
          <a:endParaRPr lang="en-GB" sz="1500" kern="1200"/>
        </a:p>
      </dsp:txBody>
      <dsp:txXfrm>
        <a:off x="0" y="1516862"/>
        <a:ext cx="11474450" cy="786599"/>
      </dsp:txXfrm>
    </dsp:sp>
    <dsp:sp modelId="{8FBE9496-32D9-48A7-A875-9FB53B64BD7F}">
      <dsp:nvSpPr>
        <dsp:cNvPr id="0" name=""/>
        <dsp:cNvSpPr/>
      </dsp:nvSpPr>
      <dsp:spPr>
        <a:xfrm>
          <a:off x="0" y="2303462"/>
          <a:ext cx="11474450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2022-23</a:t>
          </a:r>
          <a:endParaRPr lang="en-GB" sz="1900" kern="1200"/>
        </a:p>
      </dsp:txBody>
      <dsp:txXfrm>
        <a:off x="22246" y="2325708"/>
        <a:ext cx="11429958" cy="411223"/>
      </dsp:txXfrm>
    </dsp:sp>
    <dsp:sp modelId="{AC292F87-BE73-47F6-A670-F4844F5A8024}">
      <dsp:nvSpPr>
        <dsp:cNvPr id="0" name=""/>
        <dsp:cNvSpPr/>
      </dsp:nvSpPr>
      <dsp:spPr>
        <a:xfrm>
          <a:off x="0" y="2759177"/>
          <a:ext cx="11474450" cy="7865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4314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kern="1200"/>
            <a:t>Lecture material (slides/videos) were completely replaced</a:t>
          </a:r>
          <a:endParaRPr lang="en-GB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kern="1200"/>
            <a:t>Added a third hour of lab time each week</a:t>
          </a:r>
          <a:endParaRPr lang="en-GB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kern="1200"/>
            <a:t>Online Quizzes removed (due to time constraints)</a:t>
          </a:r>
          <a:endParaRPr lang="en-GB" sz="1500" kern="1200"/>
        </a:p>
      </dsp:txBody>
      <dsp:txXfrm>
        <a:off x="0" y="2759177"/>
        <a:ext cx="11474450" cy="786599"/>
      </dsp:txXfrm>
    </dsp:sp>
    <dsp:sp modelId="{49AECF7A-30A0-430C-980A-C6F6C97F68EB}">
      <dsp:nvSpPr>
        <dsp:cNvPr id="0" name=""/>
        <dsp:cNvSpPr/>
      </dsp:nvSpPr>
      <dsp:spPr>
        <a:xfrm>
          <a:off x="0" y="3545777"/>
          <a:ext cx="11474450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2021-22</a:t>
          </a:r>
          <a:endParaRPr lang="en-GB" sz="1900" kern="1200"/>
        </a:p>
      </dsp:txBody>
      <dsp:txXfrm>
        <a:off x="22246" y="3568023"/>
        <a:ext cx="11429958" cy="411223"/>
      </dsp:txXfrm>
    </dsp:sp>
    <dsp:sp modelId="{2EB77182-80BB-45EB-BB37-74F48ACFBD58}">
      <dsp:nvSpPr>
        <dsp:cNvPr id="0" name=""/>
        <dsp:cNvSpPr/>
      </dsp:nvSpPr>
      <dsp:spPr>
        <a:xfrm>
          <a:off x="0" y="4001492"/>
          <a:ext cx="11474450" cy="5211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4314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kern="1200"/>
            <a:t>Added Apache Spark tutorials and video material</a:t>
          </a:r>
          <a:endParaRPr lang="en-GB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kern="1200"/>
            <a:t>Added new Apache Spark-based assessed exercise, removed Hadoop-based assessed exercise</a:t>
          </a:r>
          <a:endParaRPr lang="en-GB" sz="1500" kern="1200"/>
        </a:p>
      </dsp:txBody>
      <dsp:txXfrm>
        <a:off x="0" y="4001492"/>
        <a:ext cx="11474450" cy="52112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ChevronBlockProcess">
  <dgm:title val="Chevron Block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28"/>
      <dgm:constr type="primFontSz" for="des" forName="desTx" refType="primFontSz" refFor="des" refForName="parTx" op="lte" fact="0.75"/>
      <dgm:constr type="h" for="des" forName="desTx" op="equ"/>
      <dgm:constr type="w" for="ch" forName="space" refType="w" op="equ" fact="-0.005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7">
          <dgm:if name="Name8" func="var" arg="dir" op="equ" val="norm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/>
              <dgm:constr type="w" for="ch" forName="desTx" refType="w" refFor="ch" refForName="parTx" fact="0.91"/>
              <dgm:constr type="t" for="ch" forName="desTx" refType="h" refFor="ch" refForName="parTx"/>
            </dgm:constrLst>
          </dgm:if>
          <dgm:else name="Name9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 refType="w" fact="0.09"/>
              <dgm:constr type="w" for="ch" forName="desTx" refType="w" refFor="ch" refForName="parTx" fact="0.91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choose name="Name10">
            <dgm:if name="Name11" func="var" arg="dir" op="equ" val="norm">
              <dgm:shape xmlns:r="http://schemas.openxmlformats.org/officeDocument/2006/relationships" type="chevron" r:blip="">
                <dgm:adjLst>
                  <dgm:adj idx="1" val="0.3"/>
                </dgm:adjLst>
              </dgm:shape>
            </dgm:if>
            <dgm:else name="Name12">
              <dgm:shape xmlns:r="http://schemas.openxmlformats.org/officeDocument/2006/relationships" rot="180" type="chevron" r:blip="">
                <dgm:adjLst/>
              </dgm:shape>
            </dgm:else>
          </dgm:choose>
          <dgm:presOf axis="self" ptType="node"/>
          <dgm:choose name="Name13">
            <dgm:if name="Name14" func="var" arg="dir" op="equ" val="norm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if>
            <dgm:else name="Name15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else>
          </dgm:choose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0"/>
            <dgm:constr type="tMarg" refType="w" fact="0.224"/>
            <dgm:constr type="bMarg" refType="w" fact="0.448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1/9/2025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1053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B3652-1433-3B71-2F33-98F3311DE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2E2ACD-57FF-69E3-84D7-02C44E2CF8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14506C-E511-63A9-4AB6-C60C145FEC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22E839-CD74-A651-4F08-F07A4D0DAE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2123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9380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9059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5213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4933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5323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2536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454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0709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6186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7614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6340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8352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9918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94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E31514-F8EA-5D4E-B45D-65DD78DB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1D55F9-A3F2-1242-A5F3-5AAACC9D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A4769-9A55-AF9B-4CE4-DFA07E711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45D9E-DBB4-B890-88D5-B4C03599EC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E15260-1C0B-A965-3114-D7C40D18B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AF4D1-0334-3F24-69B4-06C7BD742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8BA76D-3B8B-429D-9B32-54D6A6297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080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09/01/2025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2" r:id="rId2"/>
    <p:sldLayoutId id="2147483653" r:id="rId3"/>
    <p:sldLayoutId id="2147483649" r:id="rId4"/>
    <p:sldLayoutId id="2147483654" r:id="rId5"/>
    <p:sldLayoutId id="2147483656" r:id="rId6"/>
    <p:sldLayoutId id="2147483684" r:id="rId7"/>
    <p:sldLayoutId id="2147483685" r:id="rId8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Gilbert Scott Building">
            <a:extLst>
              <a:ext uri="{FF2B5EF4-FFF2-40B4-BE49-F238E27FC236}">
                <a16:creationId xmlns:a16="http://schemas.microsoft.com/office/drawing/2014/main" id="{22AF5AD9-4A38-6FDC-338C-6BF49504A9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/>
              <a:t>Big Data: </a:t>
            </a:r>
            <a:r>
              <a:rPr lang="en-GB" b="0" dirty="0"/>
              <a:t>Systems, Programming and Management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2576945"/>
            <a:ext cx="5680364" cy="1062182"/>
          </a:xfrm>
        </p:spPr>
        <p:txBody>
          <a:bodyPr>
            <a:normAutofit/>
          </a:bodyPr>
          <a:lstStyle/>
          <a:p>
            <a:r>
              <a:rPr lang="en-GB" sz="1600" dirty="0">
                <a:solidFill>
                  <a:schemeClr val="tx1"/>
                </a:solidFill>
              </a:rPr>
              <a:t>COMPSCI4064 (H) and COMPSCI5088 (M)</a:t>
            </a:r>
          </a:p>
          <a:p>
            <a:r>
              <a:rPr lang="en-GB" sz="1600" dirty="0" err="1">
                <a:solidFill>
                  <a:schemeClr val="tx1"/>
                </a:solidFill>
              </a:rPr>
              <a:t>Dr.</a:t>
            </a:r>
            <a:r>
              <a:rPr lang="en-GB" sz="1600" dirty="0">
                <a:solidFill>
                  <a:schemeClr val="tx1"/>
                </a:solidFill>
              </a:rPr>
              <a:t> Richard McCreadie</a:t>
            </a: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A5424-B679-554A-935B-2CF2EFD17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What is this course </a:t>
            </a:r>
            <a:r>
              <a:rPr lang="en-US" dirty="0">
                <a:solidFill>
                  <a:schemeClr val="accent1"/>
                </a:solidFill>
              </a:rPr>
              <a:t>about</a:t>
            </a:r>
            <a:r>
              <a:rPr lang="en-US" dirty="0">
                <a:solidFill>
                  <a:schemeClr val="tx1"/>
                </a:solidFill>
              </a:rPr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FF7AE7-790E-374F-98D3-31609964D7B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The Big Data course is designed to teach you how to </a:t>
            </a:r>
            <a:r>
              <a:rPr lang="en-US" dirty="0">
                <a:solidFill>
                  <a:schemeClr val="accent6"/>
                </a:solidFill>
              </a:rPr>
              <a:t>identify big data problems </a:t>
            </a:r>
            <a:r>
              <a:rPr lang="en-US" dirty="0">
                <a:solidFill>
                  <a:schemeClr val="tx1"/>
                </a:solidFill>
              </a:rPr>
              <a:t>and </a:t>
            </a:r>
            <a:r>
              <a:rPr lang="en-US" dirty="0">
                <a:solidFill>
                  <a:schemeClr val="accent6"/>
                </a:solidFill>
              </a:rPr>
              <a:t>provide you the tools to solve those problems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Broadly it covers three main aspects</a:t>
            </a:r>
          </a:p>
          <a:p>
            <a:pPr lvl="1"/>
            <a:r>
              <a:rPr lang="en-US" b="1" dirty="0">
                <a:solidFill>
                  <a:schemeClr val="accent6"/>
                </a:solidFill>
              </a:rPr>
              <a:t>Theory</a:t>
            </a:r>
            <a:r>
              <a:rPr lang="en-US" dirty="0">
                <a:solidFill>
                  <a:schemeClr val="tx1"/>
                </a:solidFill>
              </a:rPr>
              <a:t> of what Big Data is and why it’s a problem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Technologies to enable </a:t>
            </a:r>
            <a:r>
              <a:rPr lang="en-US" b="1" dirty="0">
                <a:solidFill>
                  <a:schemeClr val="accent6"/>
                </a:solidFill>
              </a:rPr>
              <a:t>processing</a:t>
            </a:r>
            <a:r>
              <a:rPr lang="en-US" dirty="0">
                <a:solidFill>
                  <a:schemeClr val="tx1"/>
                </a:solidFill>
              </a:rPr>
              <a:t> of Big Data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Technologies to enable the </a:t>
            </a:r>
            <a:r>
              <a:rPr lang="en-US" b="1" dirty="0">
                <a:solidFill>
                  <a:schemeClr val="accent6"/>
                </a:solidFill>
              </a:rPr>
              <a:t>storage and access </a:t>
            </a:r>
            <a:r>
              <a:rPr lang="en-US" dirty="0">
                <a:solidFill>
                  <a:schemeClr val="tx1"/>
                </a:solidFill>
              </a:rPr>
              <a:t>of Big Data</a:t>
            </a:r>
          </a:p>
        </p:txBody>
      </p:sp>
    </p:spTree>
    <p:extLst>
      <p:ext uri="{BB962C8B-B14F-4D97-AF65-F5344CB8AC3E}">
        <p14:creationId xmlns:p14="http://schemas.microsoft.com/office/powerpoint/2010/main" val="3039843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2E4B7-9D15-B891-6F49-63BA9DC73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 anchor="t">
            <a:normAutofit/>
          </a:bodyPr>
          <a:lstStyle/>
          <a:p>
            <a:r>
              <a:rPr lang="en-GB" dirty="0"/>
              <a:t>Intended Learning Outcomes (</a:t>
            </a:r>
            <a:r>
              <a:rPr lang="en-GB" dirty="0">
                <a:solidFill>
                  <a:schemeClr val="accent1"/>
                </a:solidFill>
              </a:rPr>
              <a:t>ILOs</a:t>
            </a:r>
            <a:r>
              <a:rPr lang="en-GB" dirty="0"/>
              <a:t>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458DA00-EE09-1493-C2E6-82EA3196EA14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775585066"/>
              </p:ext>
            </p:extLst>
          </p:nvPr>
        </p:nvGraphicFramePr>
        <p:xfrm>
          <a:off x="285750" y="1627188"/>
          <a:ext cx="11474450" cy="46069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96008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5029065-C69C-40AF-8021-6082850BA75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graphicEl>
                                              <a:dgm id="{15029065-C69C-40AF-8021-6082850BA75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7AE6B20-74DB-4CF6-8821-883D05692DB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graphicEl>
                                              <a:dgm id="{C7AE6B20-74DB-4CF6-8821-883D05692DB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CBF577D-CB05-473E-846B-B43A0272781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graphicEl>
                                              <a:dgm id="{8CBF577D-CB05-473E-846B-B43A0272781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07D6835-EE3F-466C-A1F8-0BE7CE9DBE0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graphicEl>
                                              <a:dgm id="{D07D6835-EE3F-466C-A1F8-0BE7CE9DBE0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3C9419E-0FF1-49A2-8AA8-1790644497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graphicEl>
                                              <a:dgm id="{23C9419E-0FF1-49A2-8AA8-17906444976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D9EECFF-94C4-4376-992B-F1237B2E78A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graphicEl>
                                              <a:dgm id="{7D9EECFF-94C4-4376-992B-F1237B2E78A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E234F38-E2F8-404B-AA4B-33DDF6F7B57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>
                                            <p:graphicEl>
                                              <a:dgm id="{3E234F38-E2F8-404B-AA4B-33DDF6F7B57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65E9CD6-B993-4468-B7F7-C1F46C0703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>
                                            <p:graphicEl>
                                              <a:dgm id="{665E9CD6-B993-4468-B7F7-C1F46C07030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17C8383-7810-4D98-ACBF-7F05536146A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">
                                            <p:graphicEl>
                                              <a:dgm id="{417C8383-7810-4D98-ACBF-7F05536146A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BE824C7-6BF8-471A-A621-FEA817602C6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graphicEl>
                                              <a:dgm id="{8BE824C7-6BF8-471A-A621-FEA817602C6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 uiExpand="1">
        <p:bldSub>
          <a:bldDgm bld="one"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C37E8-1E37-7828-D582-46938DB87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8D3A2-C02C-0D4A-AA8E-7F990FD65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(Examinable) </a:t>
            </a:r>
            <a:r>
              <a:rPr lang="en-GB" dirty="0">
                <a:solidFill>
                  <a:schemeClr val="accent1"/>
                </a:solidFill>
              </a:rPr>
              <a:t>Topics</a:t>
            </a:r>
            <a:r>
              <a:rPr lang="en-GB" dirty="0"/>
              <a:t> Covered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D56A24D-6C5A-AB55-4BF6-321039C962A6}"/>
              </a:ext>
            </a:extLst>
          </p:cNvPr>
          <p:cNvSpPr/>
          <p:nvPr/>
        </p:nvSpPr>
        <p:spPr>
          <a:xfrm>
            <a:off x="5451890" y="1812287"/>
            <a:ext cx="858796" cy="352168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Types of Big Data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805D824-F270-672F-B656-989DFD453448}"/>
              </a:ext>
            </a:extLst>
          </p:cNvPr>
          <p:cNvSpPr/>
          <p:nvPr/>
        </p:nvSpPr>
        <p:spPr>
          <a:xfrm>
            <a:off x="4909064" y="2406441"/>
            <a:ext cx="858796" cy="352168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Hardware Primer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3EAC6E50-3EA0-1160-8DC6-03D13709BC7E}"/>
              </a:ext>
            </a:extLst>
          </p:cNvPr>
          <p:cNvSpPr/>
          <p:nvPr/>
        </p:nvSpPr>
        <p:spPr>
          <a:xfrm>
            <a:off x="6037648" y="2405411"/>
            <a:ext cx="858796" cy="352168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Service Needs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22093BD0-0DAB-2FFB-8B80-5D8EA6035588}"/>
              </a:ext>
            </a:extLst>
          </p:cNvPr>
          <p:cNvSpPr/>
          <p:nvPr/>
        </p:nvSpPr>
        <p:spPr>
          <a:xfrm>
            <a:off x="5352006" y="2998535"/>
            <a:ext cx="1058563" cy="352168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Horizontal vs. Vertical Scaling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8F287329-28E7-5E40-9C07-C33FFD8E55FC}"/>
              </a:ext>
            </a:extLst>
          </p:cNvPr>
          <p:cNvSpPr/>
          <p:nvPr/>
        </p:nvSpPr>
        <p:spPr>
          <a:xfrm>
            <a:off x="7208453" y="2998535"/>
            <a:ext cx="1058563" cy="352168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Parallel Compute</a:t>
            </a:r>
          </a:p>
        </p:txBody>
      </p: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2C21E218-CE33-19EB-1101-D38778999759}"/>
              </a:ext>
            </a:extLst>
          </p:cNvPr>
          <p:cNvCxnSpPr>
            <a:cxnSpLocks/>
            <a:stCxn id="18" idx="2"/>
            <a:endCxn id="19" idx="0"/>
          </p:cNvCxnSpPr>
          <p:nvPr/>
        </p:nvCxnSpPr>
        <p:spPr>
          <a:xfrm rot="5400000">
            <a:off x="5488882" y="2014035"/>
            <a:ext cx="241986" cy="54282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4218C549-4479-3C58-4479-1B6E432F6109}"/>
              </a:ext>
            </a:extLst>
          </p:cNvPr>
          <p:cNvCxnSpPr>
            <a:cxnSpLocks/>
            <a:stCxn id="18" idx="2"/>
            <a:endCxn id="51" idx="0"/>
          </p:cNvCxnSpPr>
          <p:nvPr/>
        </p:nvCxnSpPr>
        <p:spPr>
          <a:xfrm rot="16200000" flipH="1">
            <a:off x="6053689" y="1992054"/>
            <a:ext cx="240956" cy="58575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92D4028E-5014-83D1-CD90-49C6A88D0796}"/>
              </a:ext>
            </a:extLst>
          </p:cNvPr>
          <p:cNvCxnSpPr>
            <a:cxnSpLocks/>
            <a:stCxn id="51" idx="2"/>
            <a:endCxn id="56" idx="0"/>
          </p:cNvCxnSpPr>
          <p:nvPr/>
        </p:nvCxnSpPr>
        <p:spPr>
          <a:xfrm rot="5400000">
            <a:off x="6053689" y="2585178"/>
            <a:ext cx="240956" cy="58575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9B0C6E11-0E4B-5257-339F-0C9E678DD74F}"/>
              </a:ext>
            </a:extLst>
          </p:cNvPr>
          <p:cNvCxnSpPr>
            <a:cxnSpLocks/>
            <a:stCxn id="19" idx="2"/>
            <a:endCxn id="56" idx="0"/>
          </p:cNvCxnSpPr>
          <p:nvPr/>
        </p:nvCxnSpPr>
        <p:spPr>
          <a:xfrm rot="16200000" flipH="1">
            <a:off x="5489912" y="2607159"/>
            <a:ext cx="239926" cy="54282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724118E4-62A1-8C42-9603-F1426BF0B5FB}"/>
              </a:ext>
            </a:extLst>
          </p:cNvPr>
          <p:cNvCxnSpPr>
            <a:cxnSpLocks/>
            <a:stCxn id="56" idx="1"/>
          </p:cNvCxnSpPr>
          <p:nvPr/>
        </p:nvCxnSpPr>
        <p:spPr>
          <a:xfrm flipH="1">
            <a:off x="4423454" y="3174619"/>
            <a:ext cx="9285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BA412A8C-C07E-0B0D-1E26-D2A2745C7C68}"/>
              </a:ext>
            </a:extLst>
          </p:cNvPr>
          <p:cNvCxnSpPr>
            <a:cxnSpLocks/>
            <a:stCxn id="56" idx="3"/>
            <a:endCxn id="58" idx="1"/>
          </p:cNvCxnSpPr>
          <p:nvPr/>
        </p:nvCxnSpPr>
        <p:spPr>
          <a:xfrm>
            <a:off x="6410569" y="3174619"/>
            <a:ext cx="7978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AB44C785-D5F9-EB51-17CA-86EF2499ED59}"/>
              </a:ext>
            </a:extLst>
          </p:cNvPr>
          <p:cNvSpPr/>
          <p:nvPr/>
        </p:nvSpPr>
        <p:spPr>
          <a:xfrm>
            <a:off x="3112864" y="3663776"/>
            <a:ext cx="1562613" cy="176084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Distributed Storage</a:t>
            </a: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078BC81C-4FE4-D808-66CF-9412CF1EBC7A}"/>
              </a:ext>
            </a:extLst>
          </p:cNvPr>
          <p:cNvSpPr/>
          <p:nvPr/>
        </p:nvSpPr>
        <p:spPr>
          <a:xfrm>
            <a:off x="7258689" y="4153237"/>
            <a:ext cx="967786" cy="176084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MapReduce</a:t>
            </a: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ACC272D9-5EDF-CEB9-8FE5-0DBE079A9184}"/>
              </a:ext>
            </a:extLst>
          </p:cNvPr>
          <p:cNvSpPr/>
          <p:nvPr/>
        </p:nvSpPr>
        <p:spPr>
          <a:xfrm>
            <a:off x="3497126" y="4296527"/>
            <a:ext cx="779507" cy="176084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HDFS</a:t>
            </a: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FBE8A204-1B9F-69C5-F787-56B06CEFF0EE}"/>
              </a:ext>
            </a:extLst>
          </p:cNvPr>
          <p:cNvSpPr/>
          <p:nvPr/>
        </p:nvSpPr>
        <p:spPr>
          <a:xfrm>
            <a:off x="5181942" y="3663776"/>
            <a:ext cx="1562613" cy="176084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Resource Management</a:t>
            </a:r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880CA13B-E6B7-6641-1807-0AA1B31C1CBC}"/>
              </a:ext>
            </a:extLst>
          </p:cNvPr>
          <p:cNvSpPr/>
          <p:nvPr/>
        </p:nvSpPr>
        <p:spPr>
          <a:xfrm>
            <a:off x="7105312" y="3587142"/>
            <a:ext cx="1264843" cy="345513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Work Distribution Challenges</a:t>
            </a:r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5C9A9D41-E66F-4F74-74B8-01808A4F3862}"/>
              </a:ext>
            </a:extLst>
          </p:cNvPr>
          <p:cNvSpPr/>
          <p:nvPr/>
        </p:nvSpPr>
        <p:spPr>
          <a:xfrm>
            <a:off x="7258689" y="4486097"/>
            <a:ext cx="967786" cy="176084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Hadoop</a:t>
            </a:r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C4FC1FCA-DF4C-DCC2-1AD1-1A29C45B3264}"/>
              </a:ext>
            </a:extLst>
          </p:cNvPr>
          <p:cNvSpPr/>
          <p:nvPr/>
        </p:nvSpPr>
        <p:spPr>
          <a:xfrm>
            <a:off x="5484599" y="4487298"/>
            <a:ext cx="967786" cy="499685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Cluster Management Platforms</a:t>
            </a:r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87AEF861-7585-56B6-1C4D-08314773CA57}"/>
              </a:ext>
            </a:extLst>
          </p:cNvPr>
          <p:cNvSpPr/>
          <p:nvPr/>
        </p:nvSpPr>
        <p:spPr>
          <a:xfrm>
            <a:off x="7255693" y="5203526"/>
            <a:ext cx="967786" cy="176084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Spark</a:t>
            </a:r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D664EB42-E23B-1294-2459-CBFE8E60AD3C}"/>
              </a:ext>
            </a:extLst>
          </p:cNvPr>
          <p:cNvSpPr/>
          <p:nvPr/>
        </p:nvSpPr>
        <p:spPr>
          <a:xfrm>
            <a:off x="8555339" y="4415571"/>
            <a:ext cx="967786" cy="317638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0" dirty="0"/>
              <a:t>Hadoop Execution</a:t>
            </a:r>
            <a:endParaRPr lang="en-GB" sz="1000" dirty="0"/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77A56A0C-2C01-16C5-C900-933625810FC8}"/>
              </a:ext>
            </a:extLst>
          </p:cNvPr>
          <p:cNvSpPr/>
          <p:nvPr/>
        </p:nvSpPr>
        <p:spPr>
          <a:xfrm>
            <a:off x="8535658" y="5046599"/>
            <a:ext cx="1019513" cy="176084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DAGs</a:t>
            </a: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699E99D4-E0D4-FDD7-DAF4-0E4413F27A5F}"/>
              </a:ext>
            </a:extLst>
          </p:cNvPr>
          <p:cNvSpPr/>
          <p:nvPr/>
        </p:nvSpPr>
        <p:spPr>
          <a:xfrm>
            <a:off x="9836088" y="5128353"/>
            <a:ext cx="1224075" cy="340843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Transformations and Actions</a:t>
            </a:r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53CC503A-FC3E-763E-7A5C-F96697338E41}"/>
              </a:ext>
            </a:extLst>
          </p:cNvPr>
          <p:cNvSpPr/>
          <p:nvPr/>
        </p:nvSpPr>
        <p:spPr>
          <a:xfrm>
            <a:off x="1775510" y="5344953"/>
            <a:ext cx="779507" cy="176084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LSM</a:t>
            </a:r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AB4B0FA4-5938-7718-3FCC-B073F05E7E04}"/>
              </a:ext>
            </a:extLst>
          </p:cNvPr>
          <p:cNvSpPr/>
          <p:nvPr/>
        </p:nvSpPr>
        <p:spPr>
          <a:xfrm>
            <a:off x="1666579" y="5673773"/>
            <a:ext cx="997371" cy="176084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Bloom Filters</a:t>
            </a: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41DEA358-4A51-35FE-D746-67A313B47117}"/>
              </a:ext>
            </a:extLst>
          </p:cNvPr>
          <p:cNvSpPr/>
          <p:nvPr/>
        </p:nvSpPr>
        <p:spPr>
          <a:xfrm>
            <a:off x="3301349" y="5667575"/>
            <a:ext cx="1171059" cy="176084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err="1"/>
              <a:t>BigTable</a:t>
            </a:r>
            <a:r>
              <a:rPr lang="en-GB" sz="1000"/>
              <a:t>/</a:t>
            </a:r>
            <a:r>
              <a:rPr lang="en-GB" sz="1000" err="1"/>
              <a:t>Hbase</a:t>
            </a:r>
            <a:endParaRPr lang="en-GB" sz="1000"/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AD3D5FB5-6E72-9E69-9F14-36AFB0AD0DAF}"/>
              </a:ext>
            </a:extLst>
          </p:cNvPr>
          <p:cNvSpPr/>
          <p:nvPr/>
        </p:nvSpPr>
        <p:spPr>
          <a:xfrm>
            <a:off x="1666579" y="5957903"/>
            <a:ext cx="978962" cy="390694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Chubby and </a:t>
            </a:r>
            <a:r>
              <a:rPr lang="en-GB" sz="1000" dirty="0" err="1"/>
              <a:t>ZooKeeper</a:t>
            </a:r>
            <a:endParaRPr lang="en-GB" sz="1000" dirty="0"/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E17AD90B-2F41-73E0-2666-10EA6B3BCCBB}"/>
              </a:ext>
            </a:extLst>
          </p:cNvPr>
          <p:cNvSpPr/>
          <p:nvPr/>
        </p:nvSpPr>
        <p:spPr>
          <a:xfrm>
            <a:off x="3308641" y="6488068"/>
            <a:ext cx="1171059" cy="176084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Cassandra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CC8BE11C-CD99-42DB-C715-81921D623EE3}"/>
              </a:ext>
            </a:extLst>
          </p:cNvPr>
          <p:cNvCxnSpPr>
            <a:cxnSpLocks/>
            <a:endCxn id="68" idx="0"/>
          </p:cNvCxnSpPr>
          <p:nvPr/>
        </p:nvCxnSpPr>
        <p:spPr>
          <a:xfrm flipH="1">
            <a:off x="3894171" y="3350703"/>
            <a:ext cx="2" cy="3130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01D595C8-18F8-8391-7C15-4EFA4A7C4BBD}"/>
              </a:ext>
            </a:extLst>
          </p:cNvPr>
          <p:cNvCxnSpPr>
            <a:cxnSpLocks/>
            <a:stCxn id="68" idx="2"/>
            <a:endCxn id="70" idx="0"/>
          </p:cNvCxnSpPr>
          <p:nvPr/>
        </p:nvCxnSpPr>
        <p:spPr>
          <a:xfrm flipH="1">
            <a:off x="3886880" y="3839860"/>
            <a:ext cx="7291" cy="4566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1C61C734-1952-72EA-14CF-328725B166DE}"/>
              </a:ext>
            </a:extLst>
          </p:cNvPr>
          <p:cNvCxnSpPr>
            <a:cxnSpLocks/>
            <a:stCxn id="68" idx="3"/>
            <a:endCxn id="72" idx="1"/>
          </p:cNvCxnSpPr>
          <p:nvPr/>
        </p:nvCxnSpPr>
        <p:spPr>
          <a:xfrm>
            <a:off x="4675477" y="3751818"/>
            <a:ext cx="50646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D1274E79-DAFE-883C-B062-003DF315F337}"/>
              </a:ext>
            </a:extLst>
          </p:cNvPr>
          <p:cNvCxnSpPr>
            <a:cxnSpLocks/>
            <a:stCxn id="73" idx="1"/>
            <a:endCxn id="72" idx="3"/>
          </p:cNvCxnSpPr>
          <p:nvPr/>
        </p:nvCxnSpPr>
        <p:spPr>
          <a:xfrm flipH="1" flipV="1">
            <a:off x="6744555" y="3751818"/>
            <a:ext cx="360757" cy="80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E0ADB31E-5F21-F024-1D4C-7EA61793800D}"/>
              </a:ext>
            </a:extLst>
          </p:cNvPr>
          <p:cNvCxnSpPr>
            <a:cxnSpLocks/>
            <a:stCxn id="58" idx="2"/>
            <a:endCxn id="73" idx="0"/>
          </p:cNvCxnSpPr>
          <p:nvPr/>
        </p:nvCxnSpPr>
        <p:spPr>
          <a:xfrm flipH="1">
            <a:off x="7737734" y="3350703"/>
            <a:ext cx="1" cy="2364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11103306-7836-3A86-E262-249EF801881A}"/>
              </a:ext>
            </a:extLst>
          </p:cNvPr>
          <p:cNvCxnSpPr>
            <a:cxnSpLocks/>
            <a:stCxn id="73" idx="2"/>
            <a:endCxn id="69" idx="0"/>
          </p:cNvCxnSpPr>
          <p:nvPr/>
        </p:nvCxnSpPr>
        <p:spPr>
          <a:xfrm>
            <a:off x="7737734" y="3932655"/>
            <a:ext cx="4848" cy="2205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D5C89627-95FE-6149-F5B0-C9096231681A}"/>
              </a:ext>
            </a:extLst>
          </p:cNvPr>
          <p:cNvCxnSpPr>
            <a:cxnSpLocks/>
            <a:stCxn id="74" idx="3"/>
            <a:endCxn id="78" idx="1"/>
          </p:cNvCxnSpPr>
          <p:nvPr/>
        </p:nvCxnSpPr>
        <p:spPr>
          <a:xfrm>
            <a:off x="8226475" y="4574139"/>
            <a:ext cx="328864" cy="2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D21D26BA-9516-1CDB-D2E0-054CA7942D68}"/>
              </a:ext>
            </a:extLst>
          </p:cNvPr>
          <p:cNvCxnSpPr>
            <a:cxnSpLocks/>
            <a:stCxn id="69" idx="2"/>
            <a:endCxn id="74" idx="0"/>
          </p:cNvCxnSpPr>
          <p:nvPr/>
        </p:nvCxnSpPr>
        <p:spPr>
          <a:xfrm>
            <a:off x="7742582" y="4329321"/>
            <a:ext cx="0" cy="1567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57909BF6-CE45-D5CD-EA9A-90AB02D5B0F4}"/>
              </a:ext>
            </a:extLst>
          </p:cNvPr>
          <p:cNvCxnSpPr>
            <a:cxnSpLocks/>
            <a:stCxn id="74" idx="2"/>
            <a:endCxn id="77" idx="0"/>
          </p:cNvCxnSpPr>
          <p:nvPr/>
        </p:nvCxnSpPr>
        <p:spPr>
          <a:xfrm flipH="1">
            <a:off x="7739586" y="4662181"/>
            <a:ext cx="2996" cy="5413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FB6702AD-23E4-17DA-C1A2-02280DCF3A0F}"/>
              </a:ext>
            </a:extLst>
          </p:cNvPr>
          <p:cNvCxnSpPr>
            <a:cxnSpLocks/>
            <a:stCxn id="72" idx="2"/>
            <a:endCxn id="157" idx="0"/>
          </p:cNvCxnSpPr>
          <p:nvPr/>
        </p:nvCxnSpPr>
        <p:spPr>
          <a:xfrm>
            <a:off x="5963249" y="3839860"/>
            <a:ext cx="1520" cy="1318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92D1BA80-DDC5-B367-90B0-8785E023F0DD}"/>
              </a:ext>
            </a:extLst>
          </p:cNvPr>
          <p:cNvCxnSpPr>
            <a:cxnSpLocks/>
            <a:stCxn id="74" idx="1"/>
          </p:cNvCxnSpPr>
          <p:nvPr/>
        </p:nvCxnSpPr>
        <p:spPr>
          <a:xfrm flipH="1">
            <a:off x="6481709" y="4574139"/>
            <a:ext cx="7769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DA5A3FCC-4EBF-C325-BC7A-C0B8003BD419}"/>
              </a:ext>
            </a:extLst>
          </p:cNvPr>
          <p:cNvCxnSpPr>
            <a:cxnSpLocks/>
            <a:stCxn id="77" idx="2"/>
            <a:endCxn id="142" idx="0"/>
          </p:cNvCxnSpPr>
          <p:nvPr/>
        </p:nvCxnSpPr>
        <p:spPr>
          <a:xfrm flipH="1">
            <a:off x="7737733" y="5379610"/>
            <a:ext cx="1853" cy="4441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7DAF7137-216F-2284-313E-48A07E538932}"/>
              </a:ext>
            </a:extLst>
          </p:cNvPr>
          <p:cNvCxnSpPr>
            <a:cxnSpLocks/>
            <a:stCxn id="82" idx="2"/>
            <a:endCxn id="84" idx="0"/>
          </p:cNvCxnSpPr>
          <p:nvPr/>
        </p:nvCxnSpPr>
        <p:spPr>
          <a:xfrm>
            <a:off x="2165264" y="5521037"/>
            <a:ext cx="1" cy="1527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24E07E2A-D132-6E83-4ED7-A73C9B0F195F}"/>
              </a:ext>
            </a:extLst>
          </p:cNvPr>
          <p:cNvCxnSpPr>
            <a:cxnSpLocks/>
            <a:stCxn id="84" idx="3"/>
            <a:endCxn id="85" idx="1"/>
          </p:cNvCxnSpPr>
          <p:nvPr/>
        </p:nvCxnSpPr>
        <p:spPr>
          <a:xfrm flipV="1">
            <a:off x="2663950" y="5755617"/>
            <a:ext cx="637399" cy="61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8AE7C1F1-D17D-52BF-9343-AA8CA9B73E66}"/>
              </a:ext>
            </a:extLst>
          </p:cNvPr>
          <p:cNvCxnSpPr>
            <a:cxnSpLocks/>
            <a:stCxn id="85" idx="2"/>
            <a:endCxn id="88" idx="0"/>
          </p:cNvCxnSpPr>
          <p:nvPr/>
        </p:nvCxnSpPr>
        <p:spPr>
          <a:xfrm>
            <a:off x="3886879" y="5843659"/>
            <a:ext cx="7292" cy="6444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D6B28590-2E41-3FC3-9B53-50C2935D70F9}"/>
              </a:ext>
            </a:extLst>
          </p:cNvPr>
          <p:cNvCxnSpPr>
            <a:cxnSpLocks/>
            <a:stCxn id="147" idx="2"/>
            <a:endCxn id="85" idx="0"/>
          </p:cNvCxnSpPr>
          <p:nvPr/>
        </p:nvCxnSpPr>
        <p:spPr>
          <a:xfrm>
            <a:off x="3886878" y="5147713"/>
            <a:ext cx="1" cy="5198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: Elbow 112">
            <a:extLst>
              <a:ext uri="{FF2B5EF4-FFF2-40B4-BE49-F238E27FC236}">
                <a16:creationId xmlns:a16="http://schemas.microsoft.com/office/drawing/2014/main" id="{7FB9B61C-26DD-BD64-3E77-D2DD4DCF67EE}"/>
              </a:ext>
            </a:extLst>
          </p:cNvPr>
          <p:cNvCxnSpPr>
            <a:cxnSpLocks/>
            <a:stCxn id="70" idx="3"/>
            <a:endCxn id="74" idx="1"/>
          </p:cNvCxnSpPr>
          <p:nvPr/>
        </p:nvCxnSpPr>
        <p:spPr>
          <a:xfrm>
            <a:off x="4276633" y="4384569"/>
            <a:ext cx="2982056" cy="189570"/>
          </a:xfrm>
          <a:prstGeom prst="bentConnector3">
            <a:avLst>
              <a:gd name="adj1" fmla="val 8886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AA855B49-9083-9CB4-BB2E-72EEBCEFAF21}"/>
              </a:ext>
            </a:extLst>
          </p:cNvPr>
          <p:cNvSpPr/>
          <p:nvPr/>
        </p:nvSpPr>
        <p:spPr>
          <a:xfrm>
            <a:off x="9125773" y="2362119"/>
            <a:ext cx="858796" cy="352168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Ethics</a:t>
            </a:r>
          </a:p>
        </p:txBody>
      </p:sp>
      <p:sp>
        <p:nvSpPr>
          <p:cNvPr id="116" name="Rectangle: Rounded Corners 115">
            <a:extLst>
              <a:ext uri="{FF2B5EF4-FFF2-40B4-BE49-F238E27FC236}">
                <a16:creationId xmlns:a16="http://schemas.microsoft.com/office/drawing/2014/main" id="{2253252F-45A4-68EF-C522-F1AE528610B0}"/>
              </a:ext>
            </a:extLst>
          </p:cNvPr>
          <p:cNvSpPr/>
          <p:nvPr/>
        </p:nvSpPr>
        <p:spPr>
          <a:xfrm>
            <a:off x="9125773" y="1787240"/>
            <a:ext cx="858796" cy="352168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Laws</a:t>
            </a:r>
          </a:p>
        </p:txBody>
      </p:sp>
      <p:sp>
        <p:nvSpPr>
          <p:cNvPr id="121" name="Rectangle: Rounded Corners 120">
            <a:extLst>
              <a:ext uri="{FF2B5EF4-FFF2-40B4-BE49-F238E27FC236}">
                <a16:creationId xmlns:a16="http://schemas.microsoft.com/office/drawing/2014/main" id="{66F3378F-615F-075D-F3CC-5156DBBB87E4}"/>
              </a:ext>
            </a:extLst>
          </p:cNvPr>
          <p:cNvSpPr/>
          <p:nvPr/>
        </p:nvSpPr>
        <p:spPr>
          <a:xfrm>
            <a:off x="9836088" y="4303137"/>
            <a:ext cx="1003390" cy="176084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0" dirty="0"/>
              <a:t>Extra Concepts</a:t>
            </a:r>
            <a:endParaRPr lang="en-GB" sz="1000" dirty="0"/>
          </a:p>
        </p:txBody>
      </p:sp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C9A0AC20-596C-4679-21B2-E109329C730E}"/>
              </a:ext>
            </a:extLst>
          </p:cNvPr>
          <p:cNvSpPr/>
          <p:nvPr/>
        </p:nvSpPr>
        <p:spPr>
          <a:xfrm>
            <a:off x="9836088" y="4668038"/>
            <a:ext cx="1003390" cy="176084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0" dirty="0"/>
              <a:t>Hadoop Issues</a:t>
            </a:r>
            <a:endParaRPr lang="en-GB" sz="1000" dirty="0"/>
          </a:p>
        </p:txBody>
      </p:sp>
      <p:cxnSp>
        <p:nvCxnSpPr>
          <p:cNvPr id="125" name="Connector: Elbow 124">
            <a:extLst>
              <a:ext uri="{FF2B5EF4-FFF2-40B4-BE49-F238E27FC236}">
                <a16:creationId xmlns:a16="http://schemas.microsoft.com/office/drawing/2014/main" id="{452D8E6C-5B2F-858B-FABE-E62E2F7DFF72}"/>
              </a:ext>
            </a:extLst>
          </p:cNvPr>
          <p:cNvCxnSpPr>
            <a:stCxn id="78" idx="3"/>
            <a:endCxn id="121" idx="1"/>
          </p:cNvCxnSpPr>
          <p:nvPr/>
        </p:nvCxnSpPr>
        <p:spPr>
          <a:xfrm flipV="1">
            <a:off x="9523125" y="4391179"/>
            <a:ext cx="312963" cy="18321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: Elbow 126">
            <a:extLst>
              <a:ext uri="{FF2B5EF4-FFF2-40B4-BE49-F238E27FC236}">
                <a16:creationId xmlns:a16="http://schemas.microsoft.com/office/drawing/2014/main" id="{F492D646-CEA6-79CA-5D81-1D0BC2BEF203}"/>
              </a:ext>
            </a:extLst>
          </p:cNvPr>
          <p:cNvCxnSpPr>
            <a:cxnSpLocks/>
            <a:stCxn id="78" idx="3"/>
            <a:endCxn id="124" idx="1"/>
          </p:cNvCxnSpPr>
          <p:nvPr/>
        </p:nvCxnSpPr>
        <p:spPr>
          <a:xfrm>
            <a:off x="9523125" y="4574390"/>
            <a:ext cx="312963" cy="18169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: Elbow 127">
            <a:extLst>
              <a:ext uri="{FF2B5EF4-FFF2-40B4-BE49-F238E27FC236}">
                <a16:creationId xmlns:a16="http://schemas.microsoft.com/office/drawing/2014/main" id="{BFF5C80B-2CE6-B1BC-7A37-9C367A439290}"/>
              </a:ext>
            </a:extLst>
          </p:cNvPr>
          <p:cNvCxnSpPr>
            <a:cxnSpLocks/>
            <a:stCxn id="124" idx="2"/>
            <a:endCxn id="77" idx="0"/>
          </p:cNvCxnSpPr>
          <p:nvPr/>
        </p:nvCxnSpPr>
        <p:spPr>
          <a:xfrm rot="5400000">
            <a:off x="8858983" y="3724726"/>
            <a:ext cx="359404" cy="2598197"/>
          </a:xfrm>
          <a:prstGeom prst="bentConnector3">
            <a:avLst>
              <a:gd name="adj1" fmla="val 2133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: Elbow 129">
            <a:extLst>
              <a:ext uri="{FF2B5EF4-FFF2-40B4-BE49-F238E27FC236}">
                <a16:creationId xmlns:a16="http://schemas.microsoft.com/office/drawing/2014/main" id="{154F7267-614E-1691-FD2D-2A0102A4ABEE}"/>
              </a:ext>
            </a:extLst>
          </p:cNvPr>
          <p:cNvCxnSpPr>
            <a:cxnSpLocks/>
            <a:stCxn id="77" idx="1"/>
          </p:cNvCxnSpPr>
          <p:nvPr/>
        </p:nvCxnSpPr>
        <p:spPr>
          <a:xfrm rot="10800000">
            <a:off x="6443665" y="4778432"/>
            <a:ext cx="812029" cy="51313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Rectangle: Rounded Corners 132">
            <a:extLst>
              <a:ext uri="{FF2B5EF4-FFF2-40B4-BE49-F238E27FC236}">
                <a16:creationId xmlns:a16="http://schemas.microsoft.com/office/drawing/2014/main" id="{EB2FC369-21AD-D266-589F-2F527A46367C}"/>
              </a:ext>
            </a:extLst>
          </p:cNvPr>
          <p:cNvSpPr/>
          <p:nvPr/>
        </p:nvSpPr>
        <p:spPr>
          <a:xfrm>
            <a:off x="8541355" y="5406003"/>
            <a:ext cx="1019513" cy="31646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Spark Architecture</a:t>
            </a:r>
          </a:p>
        </p:txBody>
      </p:sp>
      <p:cxnSp>
        <p:nvCxnSpPr>
          <p:cNvPr id="134" name="Connector: Elbow 133">
            <a:extLst>
              <a:ext uri="{FF2B5EF4-FFF2-40B4-BE49-F238E27FC236}">
                <a16:creationId xmlns:a16="http://schemas.microsoft.com/office/drawing/2014/main" id="{52D0059C-678C-CA85-7390-A677D59899E0}"/>
              </a:ext>
            </a:extLst>
          </p:cNvPr>
          <p:cNvCxnSpPr>
            <a:cxnSpLocks/>
            <a:stCxn id="77" idx="3"/>
            <a:endCxn id="80" idx="1"/>
          </p:cNvCxnSpPr>
          <p:nvPr/>
        </p:nvCxnSpPr>
        <p:spPr>
          <a:xfrm flipV="1">
            <a:off x="8223479" y="5134641"/>
            <a:ext cx="312179" cy="15692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: Elbow 134">
            <a:extLst>
              <a:ext uri="{FF2B5EF4-FFF2-40B4-BE49-F238E27FC236}">
                <a16:creationId xmlns:a16="http://schemas.microsoft.com/office/drawing/2014/main" id="{010DFABE-2686-9DF9-4C25-3ADC2879C2A9}"/>
              </a:ext>
            </a:extLst>
          </p:cNvPr>
          <p:cNvCxnSpPr>
            <a:cxnSpLocks/>
            <a:stCxn id="77" idx="3"/>
            <a:endCxn id="133" idx="1"/>
          </p:cNvCxnSpPr>
          <p:nvPr/>
        </p:nvCxnSpPr>
        <p:spPr>
          <a:xfrm>
            <a:off x="8223479" y="5291568"/>
            <a:ext cx="317876" cy="27266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: Elbow 135">
            <a:extLst>
              <a:ext uri="{FF2B5EF4-FFF2-40B4-BE49-F238E27FC236}">
                <a16:creationId xmlns:a16="http://schemas.microsoft.com/office/drawing/2014/main" id="{947AF180-C4E3-5D53-DB26-3FED9EA9581E}"/>
              </a:ext>
            </a:extLst>
          </p:cNvPr>
          <p:cNvCxnSpPr>
            <a:cxnSpLocks/>
            <a:stCxn id="133" idx="3"/>
            <a:endCxn id="81" idx="1"/>
          </p:cNvCxnSpPr>
          <p:nvPr/>
        </p:nvCxnSpPr>
        <p:spPr>
          <a:xfrm flipV="1">
            <a:off x="9560868" y="5298775"/>
            <a:ext cx="275220" cy="26545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: Elbow 137">
            <a:extLst>
              <a:ext uri="{FF2B5EF4-FFF2-40B4-BE49-F238E27FC236}">
                <a16:creationId xmlns:a16="http://schemas.microsoft.com/office/drawing/2014/main" id="{76F7029C-0696-A1A9-9811-3F964F1AFC3F}"/>
              </a:ext>
            </a:extLst>
          </p:cNvPr>
          <p:cNvCxnSpPr>
            <a:cxnSpLocks/>
            <a:stCxn id="80" idx="3"/>
            <a:endCxn id="81" idx="1"/>
          </p:cNvCxnSpPr>
          <p:nvPr/>
        </p:nvCxnSpPr>
        <p:spPr>
          <a:xfrm>
            <a:off x="9555171" y="5134641"/>
            <a:ext cx="280917" cy="16413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Rectangle: Rounded Corners 138">
            <a:extLst>
              <a:ext uri="{FF2B5EF4-FFF2-40B4-BE49-F238E27FC236}">
                <a16:creationId xmlns:a16="http://schemas.microsoft.com/office/drawing/2014/main" id="{10E758C8-3F1B-43A9-A7EB-9C4B701A0E85}"/>
              </a:ext>
            </a:extLst>
          </p:cNvPr>
          <p:cNvSpPr/>
          <p:nvPr/>
        </p:nvSpPr>
        <p:spPr>
          <a:xfrm>
            <a:off x="9836087" y="5665385"/>
            <a:ext cx="1224075" cy="176084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0" dirty="0"/>
              <a:t>Pros and Cons</a:t>
            </a:r>
            <a:endParaRPr lang="en-GB" sz="1000" dirty="0"/>
          </a:p>
        </p:txBody>
      </p: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70A7E844-550C-E3CE-2D22-B017ED0C8499}"/>
              </a:ext>
            </a:extLst>
          </p:cNvPr>
          <p:cNvCxnSpPr>
            <a:cxnSpLocks/>
            <a:stCxn id="81" idx="2"/>
            <a:endCxn id="139" idx="0"/>
          </p:cNvCxnSpPr>
          <p:nvPr/>
        </p:nvCxnSpPr>
        <p:spPr>
          <a:xfrm flipH="1">
            <a:off x="10448125" y="5469196"/>
            <a:ext cx="1" cy="1961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Rectangle: Rounded Corners 141">
            <a:extLst>
              <a:ext uri="{FF2B5EF4-FFF2-40B4-BE49-F238E27FC236}">
                <a16:creationId xmlns:a16="http://schemas.microsoft.com/office/drawing/2014/main" id="{98154570-7FAB-C3A8-D0C8-0D22169A46D0}"/>
              </a:ext>
            </a:extLst>
          </p:cNvPr>
          <p:cNvSpPr/>
          <p:nvPr/>
        </p:nvSpPr>
        <p:spPr>
          <a:xfrm>
            <a:off x="7253840" y="5823762"/>
            <a:ext cx="967786" cy="176084"/>
          </a:xfrm>
          <a:prstGeom prst="round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Streaming</a:t>
            </a:r>
          </a:p>
        </p:txBody>
      </p:sp>
      <p:sp>
        <p:nvSpPr>
          <p:cNvPr id="145" name="Rectangle: Rounded Corners 144">
            <a:extLst>
              <a:ext uri="{FF2B5EF4-FFF2-40B4-BE49-F238E27FC236}">
                <a16:creationId xmlns:a16="http://schemas.microsoft.com/office/drawing/2014/main" id="{C552ACDA-CB9F-153D-E93A-C270A10146B4}"/>
              </a:ext>
            </a:extLst>
          </p:cNvPr>
          <p:cNvSpPr/>
          <p:nvPr/>
        </p:nvSpPr>
        <p:spPr>
          <a:xfrm>
            <a:off x="3364891" y="2998535"/>
            <a:ext cx="1058563" cy="352168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Persistent Storage Primer</a:t>
            </a:r>
          </a:p>
        </p:txBody>
      </p:sp>
      <p:sp>
        <p:nvSpPr>
          <p:cNvPr id="146" name="Rectangle: Rounded Corners 145">
            <a:extLst>
              <a:ext uri="{FF2B5EF4-FFF2-40B4-BE49-F238E27FC236}">
                <a16:creationId xmlns:a16="http://schemas.microsoft.com/office/drawing/2014/main" id="{24437E38-D624-0811-7050-985ED4668955}"/>
              </a:ext>
            </a:extLst>
          </p:cNvPr>
          <p:cNvSpPr/>
          <p:nvPr/>
        </p:nvSpPr>
        <p:spPr>
          <a:xfrm>
            <a:off x="3485232" y="3961434"/>
            <a:ext cx="791401" cy="176084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NFS</a:t>
            </a:r>
          </a:p>
        </p:txBody>
      </p:sp>
      <p:sp>
        <p:nvSpPr>
          <p:cNvPr id="147" name="Rectangle: Rounded Corners 146">
            <a:extLst>
              <a:ext uri="{FF2B5EF4-FFF2-40B4-BE49-F238E27FC236}">
                <a16:creationId xmlns:a16="http://schemas.microsoft.com/office/drawing/2014/main" id="{D2CC78DD-EEAA-C4D4-07F2-6133E4F0375E}"/>
              </a:ext>
            </a:extLst>
          </p:cNvPr>
          <p:cNvSpPr/>
          <p:nvPr/>
        </p:nvSpPr>
        <p:spPr>
          <a:xfrm>
            <a:off x="3467661" y="4838254"/>
            <a:ext cx="838434" cy="309459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HDFS Reads and Writes</a:t>
            </a:r>
          </a:p>
        </p:txBody>
      </p: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02FF6A6A-FFE3-7E8A-AAB6-2662711F8C45}"/>
              </a:ext>
            </a:extLst>
          </p:cNvPr>
          <p:cNvCxnSpPr>
            <a:cxnSpLocks/>
            <a:stCxn id="147" idx="1"/>
            <a:endCxn id="152" idx="3"/>
          </p:cNvCxnSpPr>
          <p:nvPr/>
        </p:nvCxnSpPr>
        <p:spPr>
          <a:xfrm flipH="1">
            <a:off x="2584481" y="4992984"/>
            <a:ext cx="883180" cy="113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34B13EAA-99C8-1DA3-EFFF-22B3426158B1}"/>
              </a:ext>
            </a:extLst>
          </p:cNvPr>
          <p:cNvCxnSpPr>
            <a:cxnSpLocks/>
            <a:stCxn id="70" idx="2"/>
            <a:endCxn id="147" idx="0"/>
          </p:cNvCxnSpPr>
          <p:nvPr/>
        </p:nvCxnSpPr>
        <p:spPr>
          <a:xfrm flipH="1">
            <a:off x="3886878" y="4472611"/>
            <a:ext cx="2" cy="3656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Rectangle: Rounded Corners 149">
            <a:extLst>
              <a:ext uri="{FF2B5EF4-FFF2-40B4-BE49-F238E27FC236}">
                <a16:creationId xmlns:a16="http://schemas.microsoft.com/office/drawing/2014/main" id="{381F1A88-E799-E738-1728-300F16956738}"/>
              </a:ext>
            </a:extLst>
          </p:cNvPr>
          <p:cNvSpPr/>
          <p:nvPr/>
        </p:nvSpPr>
        <p:spPr>
          <a:xfrm>
            <a:off x="2359794" y="4287489"/>
            <a:ext cx="838434" cy="198608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HDFS Extras</a:t>
            </a:r>
          </a:p>
        </p:txBody>
      </p: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28E77511-C446-2E9D-763A-F654BDB18EF2}"/>
              </a:ext>
            </a:extLst>
          </p:cNvPr>
          <p:cNvCxnSpPr>
            <a:cxnSpLocks/>
            <a:stCxn id="70" idx="1"/>
            <a:endCxn id="150" idx="3"/>
          </p:cNvCxnSpPr>
          <p:nvPr/>
        </p:nvCxnSpPr>
        <p:spPr>
          <a:xfrm flipH="1">
            <a:off x="3198228" y="4384569"/>
            <a:ext cx="298898" cy="22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Rectangle: Rounded Corners 151">
            <a:extLst>
              <a:ext uri="{FF2B5EF4-FFF2-40B4-BE49-F238E27FC236}">
                <a16:creationId xmlns:a16="http://schemas.microsoft.com/office/drawing/2014/main" id="{03B32CB6-1F47-CC01-A092-0D72634D3904}"/>
              </a:ext>
            </a:extLst>
          </p:cNvPr>
          <p:cNvSpPr/>
          <p:nvPr/>
        </p:nvSpPr>
        <p:spPr>
          <a:xfrm>
            <a:off x="1746047" y="4849582"/>
            <a:ext cx="838434" cy="309459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CAP and BASE</a:t>
            </a:r>
          </a:p>
        </p:txBody>
      </p: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8504E0A5-7F5A-2B53-CFC3-61CD56526E31}"/>
              </a:ext>
            </a:extLst>
          </p:cNvPr>
          <p:cNvCxnSpPr>
            <a:cxnSpLocks/>
            <a:stCxn id="152" idx="2"/>
          </p:cNvCxnSpPr>
          <p:nvPr/>
        </p:nvCxnSpPr>
        <p:spPr>
          <a:xfrm flipH="1">
            <a:off x="2156060" y="5159041"/>
            <a:ext cx="9204" cy="1973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: Elbow 153">
            <a:extLst>
              <a:ext uri="{FF2B5EF4-FFF2-40B4-BE49-F238E27FC236}">
                <a16:creationId xmlns:a16="http://schemas.microsoft.com/office/drawing/2014/main" id="{2FB39D7F-BF27-BD27-53DC-1E49DFCAABB5}"/>
              </a:ext>
            </a:extLst>
          </p:cNvPr>
          <p:cNvCxnSpPr>
            <a:cxnSpLocks/>
            <a:stCxn id="85" idx="2"/>
            <a:endCxn id="87" idx="3"/>
          </p:cNvCxnSpPr>
          <p:nvPr/>
        </p:nvCxnSpPr>
        <p:spPr>
          <a:xfrm rot="5400000">
            <a:off x="3111415" y="5377785"/>
            <a:ext cx="309591" cy="124133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Rectangle: Rounded Corners 154">
            <a:extLst>
              <a:ext uri="{FF2B5EF4-FFF2-40B4-BE49-F238E27FC236}">
                <a16:creationId xmlns:a16="http://schemas.microsoft.com/office/drawing/2014/main" id="{629E5ACE-91A1-6311-D3A9-B5D42CE3DD31}"/>
              </a:ext>
            </a:extLst>
          </p:cNvPr>
          <p:cNvSpPr/>
          <p:nvPr/>
        </p:nvSpPr>
        <p:spPr>
          <a:xfrm>
            <a:off x="1672170" y="6425077"/>
            <a:ext cx="997371" cy="309591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DHT Overlay Networks</a:t>
            </a:r>
          </a:p>
        </p:txBody>
      </p:sp>
      <p:cxnSp>
        <p:nvCxnSpPr>
          <p:cNvPr id="156" name="Connector: Elbow 155">
            <a:extLst>
              <a:ext uri="{FF2B5EF4-FFF2-40B4-BE49-F238E27FC236}">
                <a16:creationId xmlns:a16="http://schemas.microsoft.com/office/drawing/2014/main" id="{4D5AAC32-9489-5427-E3AC-90A54DB55F6E}"/>
              </a:ext>
            </a:extLst>
          </p:cNvPr>
          <p:cNvCxnSpPr>
            <a:cxnSpLocks/>
          </p:cNvCxnSpPr>
          <p:nvPr/>
        </p:nvCxnSpPr>
        <p:spPr>
          <a:xfrm rot="10800000" flipV="1">
            <a:off x="2669541" y="6285645"/>
            <a:ext cx="1220984" cy="294227"/>
          </a:xfrm>
          <a:prstGeom prst="bentConnector3">
            <a:avLst>
              <a:gd name="adj1" fmla="val 6466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Rectangle: Rounded Corners 156">
            <a:extLst>
              <a:ext uri="{FF2B5EF4-FFF2-40B4-BE49-F238E27FC236}">
                <a16:creationId xmlns:a16="http://schemas.microsoft.com/office/drawing/2014/main" id="{7D4550CD-1236-E8B3-2DDD-3994442885A1}"/>
              </a:ext>
            </a:extLst>
          </p:cNvPr>
          <p:cNvSpPr/>
          <p:nvPr/>
        </p:nvSpPr>
        <p:spPr>
          <a:xfrm>
            <a:off x="5542770" y="3971725"/>
            <a:ext cx="843998" cy="33088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Software Sandboxes</a:t>
            </a:r>
          </a:p>
        </p:txBody>
      </p: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EF5794CB-E31F-B4B6-561A-CB67481E9869}"/>
              </a:ext>
            </a:extLst>
          </p:cNvPr>
          <p:cNvCxnSpPr>
            <a:cxnSpLocks/>
            <a:stCxn id="157" idx="2"/>
            <a:endCxn id="76" idx="0"/>
          </p:cNvCxnSpPr>
          <p:nvPr/>
        </p:nvCxnSpPr>
        <p:spPr>
          <a:xfrm>
            <a:off x="5964769" y="4302605"/>
            <a:ext cx="3723" cy="1846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0226077-F0BE-E8DE-DE7C-D1D5C2233D97}"/>
              </a:ext>
            </a:extLst>
          </p:cNvPr>
          <p:cNvSpPr/>
          <p:nvPr/>
        </p:nvSpPr>
        <p:spPr>
          <a:xfrm>
            <a:off x="4843679" y="1714500"/>
            <a:ext cx="3646271" cy="1690701"/>
          </a:xfrm>
          <a:prstGeom prst="roundRect">
            <a:avLst>
              <a:gd name="adj" fmla="val 9166"/>
            </a:avLst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252978A-9AF4-95BA-CB10-02D271008F9E}"/>
              </a:ext>
            </a:extLst>
          </p:cNvPr>
          <p:cNvSpPr/>
          <p:nvPr/>
        </p:nvSpPr>
        <p:spPr>
          <a:xfrm>
            <a:off x="7042171" y="3518757"/>
            <a:ext cx="4165577" cy="2610248"/>
          </a:xfrm>
          <a:prstGeom prst="roundRect">
            <a:avLst>
              <a:gd name="adj" fmla="val 2899"/>
            </a:avLst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4B60307-12A6-6D62-7FCC-8AB3F6DA25DB}"/>
              </a:ext>
            </a:extLst>
          </p:cNvPr>
          <p:cNvSpPr/>
          <p:nvPr/>
        </p:nvSpPr>
        <p:spPr>
          <a:xfrm>
            <a:off x="1585861" y="2910884"/>
            <a:ext cx="3218704" cy="3877395"/>
          </a:xfrm>
          <a:prstGeom prst="roundRect">
            <a:avLst>
              <a:gd name="adj" fmla="val 2899"/>
            </a:avLst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E9BF891-EE51-D3DA-6D75-91E0244BDF24}"/>
              </a:ext>
            </a:extLst>
          </p:cNvPr>
          <p:cNvSpPr/>
          <p:nvPr/>
        </p:nvSpPr>
        <p:spPr>
          <a:xfrm>
            <a:off x="4994213" y="3581285"/>
            <a:ext cx="1932615" cy="1465314"/>
          </a:xfrm>
          <a:prstGeom prst="roundRect">
            <a:avLst>
              <a:gd name="adj" fmla="val 2899"/>
            </a:avLst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F0397BE-F349-ACCC-40F1-C0B7BF70ABB1}"/>
              </a:ext>
            </a:extLst>
          </p:cNvPr>
          <p:cNvSpPr/>
          <p:nvPr/>
        </p:nvSpPr>
        <p:spPr>
          <a:xfrm>
            <a:off x="9032777" y="1692132"/>
            <a:ext cx="1031974" cy="1109617"/>
          </a:xfrm>
          <a:prstGeom prst="roundRect">
            <a:avLst>
              <a:gd name="adj" fmla="val 2899"/>
            </a:avLst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BDAFDD-ACFA-5463-188B-FB1F973A0289}"/>
              </a:ext>
            </a:extLst>
          </p:cNvPr>
          <p:cNvSpPr txBox="1"/>
          <p:nvPr/>
        </p:nvSpPr>
        <p:spPr>
          <a:xfrm>
            <a:off x="6467046" y="1462444"/>
            <a:ext cx="6535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rgbClr val="FF0000"/>
                </a:solidFill>
              </a:rPr>
              <a:t>Week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690124-B546-387B-7E4E-0E7A4D4AF339}"/>
              </a:ext>
            </a:extLst>
          </p:cNvPr>
          <p:cNvSpPr txBox="1"/>
          <p:nvPr/>
        </p:nvSpPr>
        <p:spPr>
          <a:xfrm>
            <a:off x="5621784" y="5060309"/>
            <a:ext cx="7320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rgbClr val="FF0000"/>
                </a:solidFill>
              </a:rPr>
              <a:t>Week 10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1DE57A-8C69-0646-C402-793C57FFC16A}"/>
              </a:ext>
            </a:extLst>
          </p:cNvPr>
          <p:cNvSpPr txBox="1"/>
          <p:nvPr/>
        </p:nvSpPr>
        <p:spPr>
          <a:xfrm>
            <a:off x="8791381" y="6165863"/>
            <a:ext cx="8380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rgbClr val="FF0000"/>
                </a:solidFill>
              </a:rPr>
              <a:t>Weeks 2-4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569D56-85BA-BB17-DBF5-C7EDB0B064F8}"/>
              </a:ext>
            </a:extLst>
          </p:cNvPr>
          <p:cNvSpPr txBox="1"/>
          <p:nvPr/>
        </p:nvSpPr>
        <p:spPr>
          <a:xfrm>
            <a:off x="2776188" y="2612437"/>
            <a:ext cx="8380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rgbClr val="FF0000"/>
                </a:solidFill>
              </a:rPr>
              <a:t>Weeks 5-9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AFC442-DDD9-E8D4-66D7-790681FF7E48}"/>
              </a:ext>
            </a:extLst>
          </p:cNvPr>
          <p:cNvSpPr txBox="1"/>
          <p:nvPr/>
        </p:nvSpPr>
        <p:spPr>
          <a:xfrm>
            <a:off x="9210406" y="2793351"/>
            <a:ext cx="7320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rgbClr val="FF0000"/>
                </a:solidFill>
              </a:rPr>
              <a:t>Week 10</a:t>
            </a:r>
          </a:p>
        </p:txBody>
      </p:sp>
    </p:spTree>
    <p:extLst>
      <p:ext uri="{BB962C8B-B14F-4D97-AF65-F5344CB8AC3E}">
        <p14:creationId xmlns:p14="http://schemas.microsoft.com/office/powerpoint/2010/main" val="15092529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15A79-2E41-94DF-6C0C-7DC30F0FA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accent1"/>
                </a:solidFill>
              </a:rPr>
              <a:t>Hands on </a:t>
            </a:r>
            <a:r>
              <a:rPr lang="en-GB" dirty="0"/>
              <a:t>Skills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CFD2747-D7E6-C927-57A3-34E9415E6B49}"/>
              </a:ext>
            </a:extLst>
          </p:cNvPr>
          <p:cNvSpPr/>
          <p:nvPr/>
        </p:nvSpPr>
        <p:spPr>
          <a:xfrm>
            <a:off x="5451890" y="1812287"/>
            <a:ext cx="858796" cy="352168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Types of Big Data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244ACBA-47B8-97A7-AE04-FC6F58E2A765}"/>
              </a:ext>
            </a:extLst>
          </p:cNvPr>
          <p:cNvSpPr/>
          <p:nvPr/>
        </p:nvSpPr>
        <p:spPr>
          <a:xfrm>
            <a:off x="4909064" y="2406441"/>
            <a:ext cx="858796" cy="352168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Hardware Primer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5F22B519-DC02-DD90-C3D7-C4F6A9A767FB}"/>
              </a:ext>
            </a:extLst>
          </p:cNvPr>
          <p:cNvSpPr/>
          <p:nvPr/>
        </p:nvSpPr>
        <p:spPr>
          <a:xfrm>
            <a:off x="6037648" y="2405411"/>
            <a:ext cx="858796" cy="352168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Service Needs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1A5D8E5-A05B-C79F-B86F-603ED127FF32}"/>
              </a:ext>
            </a:extLst>
          </p:cNvPr>
          <p:cNvSpPr/>
          <p:nvPr/>
        </p:nvSpPr>
        <p:spPr>
          <a:xfrm>
            <a:off x="5352006" y="2998535"/>
            <a:ext cx="1058563" cy="352168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Horizontal vs. Vertical Scaling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5FAE15F7-7A6A-F246-62A8-BD6A04124BB1}"/>
              </a:ext>
            </a:extLst>
          </p:cNvPr>
          <p:cNvSpPr/>
          <p:nvPr/>
        </p:nvSpPr>
        <p:spPr>
          <a:xfrm>
            <a:off x="7208453" y="2998535"/>
            <a:ext cx="1058563" cy="352168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Parallel Compute</a:t>
            </a:r>
          </a:p>
        </p:txBody>
      </p: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DE2A796F-D81E-1A21-6D96-E68E293EB9BD}"/>
              </a:ext>
            </a:extLst>
          </p:cNvPr>
          <p:cNvCxnSpPr>
            <a:cxnSpLocks/>
            <a:stCxn id="18" idx="2"/>
            <a:endCxn id="19" idx="0"/>
          </p:cNvCxnSpPr>
          <p:nvPr/>
        </p:nvCxnSpPr>
        <p:spPr>
          <a:xfrm rot="5400000">
            <a:off x="5488882" y="2014035"/>
            <a:ext cx="241986" cy="54282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5FC829E0-C19B-C595-B863-D8DC7E489692}"/>
              </a:ext>
            </a:extLst>
          </p:cNvPr>
          <p:cNvCxnSpPr>
            <a:cxnSpLocks/>
            <a:stCxn id="18" idx="2"/>
            <a:endCxn id="51" idx="0"/>
          </p:cNvCxnSpPr>
          <p:nvPr/>
        </p:nvCxnSpPr>
        <p:spPr>
          <a:xfrm rot="16200000" flipH="1">
            <a:off x="6053689" y="1992054"/>
            <a:ext cx="240956" cy="58575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4C0ECDF2-30CC-5E99-143B-7E9F0D4F0D28}"/>
              </a:ext>
            </a:extLst>
          </p:cNvPr>
          <p:cNvCxnSpPr>
            <a:cxnSpLocks/>
            <a:stCxn id="51" idx="2"/>
            <a:endCxn id="56" idx="0"/>
          </p:cNvCxnSpPr>
          <p:nvPr/>
        </p:nvCxnSpPr>
        <p:spPr>
          <a:xfrm rot="5400000">
            <a:off x="6053689" y="2585178"/>
            <a:ext cx="240956" cy="58575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45F27A6A-F3F4-F90A-06FF-2649C9A97428}"/>
              </a:ext>
            </a:extLst>
          </p:cNvPr>
          <p:cNvCxnSpPr>
            <a:cxnSpLocks/>
            <a:stCxn id="19" idx="2"/>
            <a:endCxn id="56" idx="0"/>
          </p:cNvCxnSpPr>
          <p:nvPr/>
        </p:nvCxnSpPr>
        <p:spPr>
          <a:xfrm rot="16200000" flipH="1">
            <a:off x="5489912" y="2607159"/>
            <a:ext cx="239926" cy="54282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F1884DC7-5858-CDFD-275A-47F0496FA977}"/>
              </a:ext>
            </a:extLst>
          </p:cNvPr>
          <p:cNvCxnSpPr>
            <a:cxnSpLocks/>
            <a:stCxn id="56" idx="1"/>
          </p:cNvCxnSpPr>
          <p:nvPr/>
        </p:nvCxnSpPr>
        <p:spPr>
          <a:xfrm flipH="1">
            <a:off x="4423454" y="3174619"/>
            <a:ext cx="9285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713C255F-3A56-D11C-24DE-1D061BD5DCD8}"/>
              </a:ext>
            </a:extLst>
          </p:cNvPr>
          <p:cNvCxnSpPr>
            <a:cxnSpLocks/>
            <a:stCxn id="56" idx="3"/>
            <a:endCxn id="58" idx="1"/>
          </p:cNvCxnSpPr>
          <p:nvPr/>
        </p:nvCxnSpPr>
        <p:spPr>
          <a:xfrm>
            <a:off x="6410569" y="3174619"/>
            <a:ext cx="7978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D5005005-AF0D-7180-C2A3-5FF726525AA6}"/>
              </a:ext>
            </a:extLst>
          </p:cNvPr>
          <p:cNvSpPr/>
          <p:nvPr/>
        </p:nvSpPr>
        <p:spPr>
          <a:xfrm>
            <a:off x="3112864" y="3663776"/>
            <a:ext cx="1562613" cy="176084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Distributed Storage</a:t>
            </a: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C9EB4661-7B6C-F590-0A1F-51BE1427C739}"/>
              </a:ext>
            </a:extLst>
          </p:cNvPr>
          <p:cNvSpPr/>
          <p:nvPr/>
        </p:nvSpPr>
        <p:spPr>
          <a:xfrm>
            <a:off x="7258689" y="4153237"/>
            <a:ext cx="967786" cy="176084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MapReduce</a:t>
            </a: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39A32919-ED46-40B5-48A2-C77770319FA9}"/>
              </a:ext>
            </a:extLst>
          </p:cNvPr>
          <p:cNvSpPr/>
          <p:nvPr/>
        </p:nvSpPr>
        <p:spPr>
          <a:xfrm>
            <a:off x="3497126" y="4296527"/>
            <a:ext cx="779507" cy="176084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HDFS</a:t>
            </a: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B9905FC7-62F4-A7BB-6B13-B33ECB7666D4}"/>
              </a:ext>
            </a:extLst>
          </p:cNvPr>
          <p:cNvSpPr/>
          <p:nvPr/>
        </p:nvSpPr>
        <p:spPr>
          <a:xfrm>
            <a:off x="5181942" y="3663776"/>
            <a:ext cx="1562613" cy="176084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Resource Management</a:t>
            </a:r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71280C14-DF10-B402-B445-CAAB5C5C4FDC}"/>
              </a:ext>
            </a:extLst>
          </p:cNvPr>
          <p:cNvSpPr/>
          <p:nvPr/>
        </p:nvSpPr>
        <p:spPr>
          <a:xfrm>
            <a:off x="7105312" y="3587142"/>
            <a:ext cx="1264843" cy="345513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Work Distribution Challenges</a:t>
            </a:r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8983D7C2-A16B-E159-B922-3AA498206875}"/>
              </a:ext>
            </a:extLst>
          </p:cNvPr>
          <p:cNvSpPr/>
          <p:nvPr/>
        </p:nvSpPr>
        <p:spPr>
          <a:xfrm>
            <a:off x="7258689" y="4486097"/>
            <a:ext cx="967786" cy="176084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Hadoop</a:t>
            </a:r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CA415E42-8A0A-7AE1-F294-D1D904F6D4D7}"/>
              </a:ext>
            </a:extLst>
          </p:cNvPr>
          <p:cNvSpPr/>
          <p:nvPr/>
        </p:nvSpPr>
        <p:spPr>
          <a:xfrm>
            <a:off x="5484599" y="4487298"/>
            <a:ext cx="967786" cy="499685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Cluster Management Platforms</a:t>
            </a:r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DFB6B592-647A-BCF2-7618-0ED16EC30658}"/>
              </a:ext>
            </a:extLst>
          </p:cNvPr>
          <p:cNvSpPr/>
          <p:nvPr/>
        </p:nvSpPr>
        <p:spPr>
          <a:xfrm>
            <a:off x="7255693" y="5203526"/>
            <a:ext cx="967786" cy="176084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Spark</a:t>
            </a:r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0BCCF891-B496-64B2-9305-D6C003FC5AEA}"/>
              </a:ext>
            </a:extLst>
          </p:cNvPr>
          <p:cNvSpPr/>
          <p:nvPr/>
        </p:nvSpPr>
        <p:spPr>
          <a:xfrm>
            <a:off x="8555339" y="4415571"/>
            <a:ext cx="967786" cy="317638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0" dirty="0"/>
              <a:t>Hadoop Execution</a:t>
            </a:r>
            <a:endParaRPr lang="en-GB" sz="1000" dirty="0"/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03071BF6-659F-2D82-88E4-E67780F385B8}"/>
              </a:ext>
            </a:extLst>
          </p:cNvPr>
          <p:cNvSpPr/>
          <p:nvPr/>
        </p:nvSpPr>
        <p:spPr>
          <a:xfrm>
            <a:off x="8535658" y="5046599"/>
            <a:ext cx="1019513" cy="176084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DAGs</a:t>
            </a: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A4B3E9A5-2281-8DDA-08EF-58C4A0AB4328}"/>
              </a:ext>
            </a:extLst>
          </p:cNvPr>
          <p:cNvSpPr/>
          <p:nvPr/>
        </p:nvSpPr>
        <p:spPr>
          <a:xfrm>
            <a:off x="9836088" y="5128353"/>
            <a:ext cx="1224075" cy="340843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Transformations and Actions</a:t>
            </a:r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A3A4C057-E5D7-1148-926B-8FA214D8C40C}"/>
              </a:ext>
            </a:extLst>
          </p:cNvPr>
          <p:cNvSpPr/>
          <p:nvPr/>
        </p:nvSpPr>
        <p:spPr>
          <a:xfrm>
            <a:off x="1775510" y="5344953"/>
            <a:ext cx="779507" cy="176084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LSM</a:t>
            </a:r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89F7F976-0F47-DC38-1E5B-8BE3DF372503}"/>
              </a:ext>
            </a:extLst>
          </p:cNvPr>
          <p:cNvSpPr/>
          <p:nvPr/>
        </p:nvSpPr>
        <p:spPr>
          <a:xfrm>
            <a:off x="1666579" y="5673773"/>
            <a:ext cx="997371" cy="176084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Bloom Filters</a:t>
            </a: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FF4C5BDF-AE72-9064-20CA-6A308519E4E6}"/>
              </a:ext>
            </a:extLst>
          </p:cNvPr>
          <p:cNvSpPr/>
          <p:nvPr/>
        </p:nvSpPr>
        <p:spPr>
          <a:xfrm>
            <a:off x="3301349" y="5667575"/>
            <a:ext cx="1171059" cy="176084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err="1"/>
              <a:t>BigTable</a:t>
            </a:r>
            <a:r>
              <a:rPr lang="en-GB" sz="1000"/>
              <a:t>/</a:t>
            </a:r>
            <a:r>
              <a:rPr lang="en-GB" sz="1000" err="1"/>
              <a:t>Hbase</a:t>
            </a:r>
            <a:endParaRPr lang="en-GB" sz="1000"/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10E15266-774A-0761-C092-59682B0DADC7}"/>
              </a:ext>
            </a:extLst>
          </p:cNvPr>
          <p:cNvSpPr/>
          <p:nvPr/>
        </p:nvSpPr>
        <p:spPr>
          <a:xfrm>
            <a:off x="1666579" y="5957903"/>
            <a:ext cx="978962" cy="390694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Chubby and </a:t>
            </a:r>
            <a:r>
              <a:rPr lang="en-GB" sz="1000" dirty="0" err="1"/>
              <a:t>ZooKeeper</a:t>
            </a:r>
            <a:endParaRPr lang="en-GB" sz="1000" dirty="0"/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200591F1-88F5-2AF6-B243-6DBDBD4071EF}"/>
              </a:ext>
            </a:extLst>
          </p:cNvPr>
          <p:cNvSpPr/>
          <p:nvPr/>
        </p:nvSpPr>
        <p:spPr>
          <a:xfrm>
            <a:off x="3308641" y="6488068"/>
            <a:ext cx="1171059" cy="176084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Cassandra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CE544602-2FB0-E7A8-29BB-3D0B1E44910A}"/>
              </a:ext>
            </a:extLst>
          </p:cNvPr>
          <p:cNvCxnSpPr>
            <a:cxnSpLocks/>
            <a:endCxn id="68" idx="0"/>
          </p:cNvCxnSpPr>
          <p:nvPr/>
        </p:nvCxnSpPr>
        <p:spPr>
          <a:xfrm flipH="1">
            <a:off x="3894171" y="3350703"/>
            <a:ext cx="2" cy="3130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308A4247-8EB4-2AD1-6534-D75F4FA17754}"/>
              </a:ext>
            </a:extLst>
          </p:cNvPr>
          <p:cNvCxnSpPr>
            <a:cxnSpLocks/>
            <a:stCxn id="68" idx="2"/>
            <a:endCxn id="70" idx="0"/>
          </p:cNvCxnSpPr>
          <p:nvPr/>
        </p:nvCxnSpPr>
        <p:spPr>
          <a:xfrm flipH="1">
            <a:off x="3886880" y="3839860"/>
            <a:ext cx="7291" cy="4566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0D769B30-F9DD-517B-A730-28A79A51C699}"/>
              </a:ext>
            </a:extLst>
          </p:cNvPr>
          <p:cNvCxnSpPr>
            <a:cxnSpLocks/>
            <a:stCxn id="68" idx="3"/>
            <a:endCxn id="72" idx="1"/>
          </p:cNvCxnSpPr>
          <p:nvPr/>
        </p:nvCxnSpPr>
        <p:spPr>
          <a:xfrm>
            <a:off x="4675477" y="3751818"/>
            <a:ext cx="50646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6C8ED142-B50A-E5B2-9AAF-6A11A489BA49}"/>
              </a:ext>
            </a:extLst>
          </p:cNvPr>
          <p:cNvCxnSpPr>
            <a:cxnSpLocks/>
            <a:stCxn id="73" idx="1"/>
            <a:endCxn id="72" idx="3"/>
          </p:cNvCxnSpPr>
          <p:nvPr/>
        </p:nvCxnSpPr>
        <p:spPr>
          <a:xfrm flipH="1" flipV="1">
            <a:off x="6744555" y="3751818"/>
            <a:ext cx="360757" cy="80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6DDF63D8-0B86-F78B-F439-C32C48F2ACDB}"/>
              </a:ext>
            </a:extLst>
          </p:cNvPr>
          <p:cNvCxnSpPr>
            <a:cxnSpLocks/>
            <a:stCxn id="58" idx="2"/>
            <a:endCxn id="73" idx="0"/>
          </p:cNvCxnSpPr>
          <p:nvPr/>
        </p:nvCxnSpPr>
        <p:spPr>
          <a:xfrm flipH="1">
            <a:off x="7737734" y="3350703"/>
            <a:ext cx="1" cy="2364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8E0C81E9-BC18-168F-9B5F-6857AA942B60}"/>
              </a:ext>
            </a:extLst>
          </p:cNvPr>
          <p:cNvCxnSpPr>
            <a:cxnSpLocks/>
            <a:stCxn id="73" idx="2"/>
            <a:endCxn id="69" idx="0"/>
          </p:cNvCxnSpPr>
          <p:nvPr/>
        </p:nvCxnSpPr>
        <p:spPr>
          <a:xfrm>
            <a:off x="7737734" y="3932655"/>
            <a:ext cx="4848" cy="2205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A37CB505-815D-2D2C-A1BC-13D074B95A80}"/>
              </a:ext>
            </a:extLst>
          </p:cNvPr>
          <p:cNvCxnSpPr>
            <a:cxnSpLocks/>
            <a:stCxn id="74" idx="3"/>
            <a:endCxn id="78" idx="1"/>
          </p:cNvCxnSpPr>
          <p:nvPr/>
        </p:nvCxnSpPr>
        <p:spPr>
          <a:xfrm>
            <a:off x="8226475" y="4574139"/>
            <a:ext cx="328864" cy="2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4D89AA19-1B5C-32A1-EC95-C52FBE4C0D84}"/>
              </a:ext>
            </a:extLst>
          </p:cNvPr>
          <p:cNvCxnSpPr>
            <a:cxnSpLocks/>
            <a:stCxn id="69" idx="2"/>
            <a:endCxn id="74" idx="0"/>
          </p:cNvCxnSpPr>
          <p:nvPr/>
        </p:nvCxnSpPr>
        <p:spPr>
          <a:xfrm>
            <a:off x="7742582" y="4329321"/>
            <a:ext cx="0" cy="1567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5EB0FA5B-7D27-807C-9387-2F25DEFBACE2}"/>
              </a:ext>
            </a:extLst>
          </p:cNvPr>
          <p:cNvCxnSpPr>
            <a:cxnSpLocks/>
            <a:stCxn id="74" idx="2"/>
            <a:endCxn id="77" idx="0"/>
          </p:cNvCxnSpPr>
          <p:nvPr/>
        </p:nvCxnSpPr>
        <p:spPr>
          <a:xfrm flipH="1">
            <a:off x="7739586" y="4662181"/>
            <a:ext cx="2996" cy="5413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6E2FF1BE-CAD5-CCBB-7E8D-909E47E8B12D}"/>
              </a:ext>
            </a:extLst>
          </p:cNvPr>
          <p:cNvCxnSpPr>
            <a:cxnSpLocks/>
            <a:stCxn id="72" idx="2"/>
            <a:endCxn id="157" idx="0"/>
          </p:cNvCxnSpPr>
          <p:nvPr/>
        </p:nvCxnSpPr>
        <p:spPr>
          <a:xfrm>
            <a:off x="5963249" y="3839860"/>
            <a:ext cx="1520" cy="1318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42DA6680-3D1C-FF4D-C617-C142CD1B01B7}"/>
              </a:ext>
            </a:extLst>
          </p:cNvPr>
          <p:cNvCxnSpPr>
            <a:cxnSpLocks/>
            <a:stCxn id="74" idx="1"/>
          </p:cNvCxnSpPr>
          <p:nvPr/>
        </p:nvCxnSpPr>
        <p:spPr>
          <a:xfrm flipH="1">
            <a:off x="6481709" y="4574139"/>
            <a:ext cx="7769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4B76AA60-8A00-5A88-4415-204A8E7BA410}"/>
              </a:ext>
            </a:extLst>
          </p:cNvPr>
          <p:cNvCxnSpPr>
            <a:cxnSpLocks/>
            <a:stCxn id="77" idx="2"/>
            <a:endCxn id="142" idx="0"/>
          </p:cNvCxnSpPr>
          <p:nvPr/>
        </p:nvCxnSpPr>
        <p:spPr>
          <a:xfrm flipH="1">
            <a:off x="7737733" y="5379610"/>
            <a:ext cx="1853" cy="4441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E88EE87A-41D4-4DDC-E498-E58C313B2751}"/>
              </a:ext>
            </a:extLst>
          </p:cNvPr>
          <p:cNvCxnSpPr>
            <a:cxnSpLocks/>
            <a:stCxn id="82" idx="2"/>
            <a:endCxn id="84" idx="0"/>
          </p:cNvCxnSpPr>
          <p:nvPr/>
        </p:nvCxnSpPr>
        <p:spPr>
          <a:xfrm>
            <a:off x="2165264" y="5521037"/>
            <a:ext cx="1" cy="1527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F9693308-0DF6-9D9A-920B-56BC35A727C1}"/>
              </a:ext>
            </a:extLst>
          </p:cNvPr>
          <p:cNvCxnSpPr>
            <a:cxnSpLocks/>
            <a:stCxn id="84" idx="3"/>
            <a:endCxn id="85" idx="1"/>
          </p:cNvCxnSpPr>
          <p:nvPr/>
        </p:nvCxnSpPr>
        <p:spPr>
          <a:xfrm flipV="1">
            <a:off x="2663950" y="5755617"/>
            <a:ext cx="637399" cy="61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D2D4C260-F152-E5F9-9709-E2201A763728}"/>
              </a:ext>
            </a:extLst>
          </p:cNvPr>
          <p:cNvCxnSpPr>
            <a:cxnSpLocks/>
            <a:stCxn id="85" idx="2"/>
            <a:endCxn id="88" idx="0"/>
          </p:cNvCxnSpPr>
          <p:nvPr/>
        </p:nvCxnSpPr>
        <p:spPr>
          <a:xfrm>
            <a:off x="3886879" y="5843659"/>
            <a:ext cx="7292" cy="6444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68A0EEB6-4A46-715C-F84F-F145F4C2C6D0}"/>
              </a:ext>
            </a:extLst>
          </p:cNvPr>
          <p:cNvCxnSpPr>
            <a:cxnSpLocks/>
            <a:stCxn id="147" idx="2"/>
            <a:endCxn id="85" idx="0"/>
          </p:cNvCxnSpPr>
          <p:nvPr/>
        </p:nvCxnSpPr>
        <p:spPr>
          <a:xfrm>
            <a:off x="3886878" y="5147713"/>
            <a:ext cx="1" cy="5198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: Elbow 112">
            <a:extLst>
              <a:ext uri="{FF2B5EF4-FFF2-40B4-BE49-F238E27FC236}">
                <a16:creationId xmlns:a16="http://schemas.microsoft.com/office/drawing/2014/main" id="{1E7BE45A-0C51-855B-9CE7-2F5725DE831D}"/>
              </a:ext>
            </a:extLst>
          </p:cNvPr>
          <p:cNvCxnSpPr>
            <a:cxnSpLocks/>
            <a:stCxn id="70" idx="3"/>
            <a:endCxn id="74" idx="1"/>
          </p:cNvCxnSpPr>
          <p:nvPr/>
        </p:nvCxnSpPr>
        <p:spPr>
          <a:xfrm>
            <a:off x="4276633" y="4384569"/>
            <a:ext cx="2982056" cy="189570"/>
          </a:xfrm>
          <a:prstGeom prst="bentConnector3">
            <a:avLst>
              <a:gd name="adj1" fmla="val 8886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F0D63812-1D69-01AD-221D-D8CA94524419}"/>
              </a:ext>
            </a:extLst>
          </p:cNvPr>
          <p:cNvSpPr/>
          <p:nvPr/>
        </p:nvSpPr>
        <p:spPr>
          <a:xfrm>
            <a:off x="9125773" y="2362119"/>
            <a:ext cx="858796" cy="352168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Ethics</a:t>
            </a:r>
          </a:p>
        </p:txBody>
      </p:sp>
      <p:sp>
        <p:nvSpPr>
          <p:cNvPr id="116" name="Rectangle: Rounded Corners 115">
            <a:extLst>
              <a:ext uri="{FF2B5EF4-FFF2-40B4-BE49-F238E27FC236}">
                <a16:creationId xmlns:a16="http://schemas.microsoft.com/office/drawing/2014/main" id="{8BB1D9FD-3FD0-349A-CDC1-76AAC61896C0}"/>
              </a:ext>
            </a:extLst>
          </p:cNvPr>
          <p:cNvSpPr/>
          <p:nvPr/>
        </p:nvSpPr>
        <p:spPr>
          <a:xfrm>
            <a:off x="9125773" y="1787240"/>
            <a:ext cx="858796" cy="352168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Laws</a:t>
            </a:r>
          </a:p>
        </p:txBody>
      </p:sp>
      <p:sp>
        <p:nvSpPr>
          <p:cNvPr id="121" name="Rectangle: Rounded Corners 120">
            <a:extLst>
              <a:ext uri="{FF2B5EF4-FFF2-40B4-BE49-F238E27FC236}">
                <a16:creationId xmlns:a16="http://schemas.microsoft.com/office/drawing/2014/main" id="{00BFE804-1118-3954-B5F0-7EF41D217776}"/>
              </a:ext>
            </a:extLst>
          </p:cNvPr>
          <p:cNvSpPr/>
          <p:nvPr/>
        </p:nvSpPr>
        <p:spPr>
          <a:xfrm>
            <a:off x="9836088" y="4303137"/>
            <a:ext cx="1003390" cy="176084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0" dirty="0"/>
              <a:t>Extra Concepts</a:t>
            </a:r>
            <a:endParaRPr lang="en-GB" sz="1000" dirty="0"/>
          </a:p>
        </p:txBody>
      </p:sp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E96DE8E8-A88A-5CF8-3218-4203F025B71F}"/>
              </a:ext>
            </a:extLst>
          </p:cNvPr>
          <p:cNvSpPr/>
          <p:nvPr/>
        </p:nvSpPr>
        <p:spPr>
          <a:xfrm>
            <a:off x="9836088" y="4668038"/>
            <a:ext cx="1003390" cy="176084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0" dirty="0"/>
              <a:t>Hadoop Issues</a:t>
            </a:r>
            <a:endParaRPr lang="en-GB" sz="1000" dirty="0"/>
          </a:p>
        </p:txBody>
      </p:sp>
      <p:cxnSp>
        <p:nvCxnSpPr>
          <p:cNvPr id="125" name="Connector: Elbow 124">
            <a:extLst>
              <a:ext uri="{FF2B5EF4-FFF2-40B4-BE49-F238E27FC236}">
                <a16:creationId xmlns:a16="http://schemas.microsoft.com/office/drawing/2014/main" id="{E53AF853-9B2C-77CE-DE93-06EC496C6674}"/>
              </a:ext>
            </a:extLst>
          </p:cNvPr>
          <p:cNvCxnSpPr>
            <a:stCxn id="78" idx="3"/>
            <a:endCxn id="121" idx="1"/>
          </p:cNvCxnSpPr>
          <p:nvPr/>
        </p:nvCxnSpPr>
        <p:spPr>
          <a:xfrm flipV="1">
            <a:off x="9523125" y="4391179"/>
            <a:ext cx="312963" cy="18321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: Elbow 126">
            <a:extLst>
              <a:ext uri="{FF2B5EF4-FFF2-40B4-BE49-F238E27FC236}">
                <a16:creationId xmlns:a16="http://schemas.microsoft.com/office/drawing/2014/main" id="{CA1AD5C6-139F-7F5D-CB30-EE01833BBDA1}"/>
              </a:ext>
            </a:extLst>
          </p:cNvPr>
          <p:cNvCxnSpPr>
            <a:cxnSpLocks/>
            <a:stCxn id="78" idx="3"/>
            <a:endCxn id="124" idx="1"/>
          </p:cNvCxnSpPr>
          <p:nvPr/>
        </p:nvCxnSpPr>
        <p:spPr>
          <a:xfrm>
            <a:off x="9523125" y="4574390"/>
            <a:ext cx="312963" cy="18169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: Elbow 127">
            <a:extLst>
              <a:ext uri="{FF2B5EF4-FFF2-40B4-BE49-F238E27FC236}">
                <a16:creationId xmlns:a16="http://schemas.microsoft.com/office/drawing/2014/main" id="{67B7FFE0-7059-FF56-137B-0E64429B5015}"/>
              </a:ext>
            </a:extLst>
          </p:cNvPr>
          <p:cNvCxnSpPr>
            <a:cxnSpLocks/>
            <a:stCxn id="124" idx="2"/>
            <a:endCxn id="77" idx="0"/>
          </p:cNvCxnSpPr>
          <p:nvPr/>
        </p:nvCxnSpPr>
        <p:spPr>
          <a:xfrm rot="5400000">
            <a:off x="8858983" y="3724726"/>
            <a:ext cx="359404" cy="2598197"/>
          </a:xfrm>
          <a:prstGeom prst="bentConnector3">
            <a:avLst>
              <a:gd name="adj1" fmla="val 2133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: Elbow 129">
            <a:extLst>
              <a:ext uri="{FF2B5EF4-FFF2-40B4-BE49-F238E27FC236}">
                <a16:creationId xmlns:a16="http://schemas.microsoft.com/office/drawing/2014/main" id="{1C700E14-9CA9-BDDE-0992-46FA5B7DFF4C}"/>
              </a:ext>
            </a:extLst>
          </p:cNvPr>
          <p:cNvCxnSpPr>
            <a:cxnSpLocks/>
            <a:stCxn id="77" idx="1"/>
          </p:cNvCxnSpPr>
          <p:nvPr/>
        </p:nvCxnSpPr>
        <p:spPr>
          <a:xfrm rot="10800000">
            <a:off x="6443665" y="4778432"/>
            <a:ext cx="812029" cy="51313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Rectangle: Rounded Corners 132">
            <a:extLst>
              <a:ext uri="{FF2B5EF4-FFF2-40B4-BE49-F238E27FC236}">
                <a16:creationId xmlns:a16="http://schemas.microsoft.com/office/drawing/2014/main" id="{8068D891-DE5C-9C24-3C72-CA1DEF986BEB}"/>
              </a:ext>
            </a:extLst>
          </p:cNvPr>
          <p:cNvSpPr/>
          <p:nvPr/>
        </p:nvSpPr>
        <p:spPr>
          <a:xfrm>
            <a:off x="8541355" y="5406003"/>
            <a:ext cx="1019513" cy="31646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Spark Architecture</a:t>
            </a:r>
          </a:p>
        </p:txBody>
      </p:sp>
      <p:cxnSp>
        <p:nvCxnSpPr>
          <p:cNvPr id="134" name="Connector: Elbow 133">
            <a:extLst>
              <a:ext uri="{FF2B5EF4-FFF2-40B4-BE49-F238E27FC236}">
                <a16:creationId xmlns:a16="http://schemas.microsoft.com/office/drawing/2014/main" id="{075843FB-ACB9-0367-4DFD-92E84E5EFE84}"/>
              </a:ext>
            </a:extLst>
          </p:cNvPr>
          <p:cNvCxnSpPr>
            <a:cxnSpLocks/>
            <a:stCxn id="77" idx="3"/>
            <a:endCxn id="80" idx="1"/>
          </p:cNvCxnSpPr>
          <p:nvPr/>
        </p:nvCxnSpPr>
        <p:spPr>
          <a:xfrm flipV="1">
            <a:off x="8223479" y="5134641"/>
            <a:ext cx="312179" cy="15692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: Elbow 134">
            <a:extLst>
              <a:ext uri="{FF2B5EF4-FFF2-40B4-BE49-F238E27FC236}">
                <a16:creationId xmlns:a16="http://schemas.microsoft.com/office/drawing/2014/main" id="{372028AA-A09D-1A6A-7365-1C9A333E3DC5}"/>
              </a:ext>
            </a:extLst>
          </p:cNvPr>
          <p:cNvCxnSpPr>
            <a:cxnSpLocks/>
            <a:stCxn id="77" idx="3"/>
            <a:endCxn id="133" idx="1"/>
          </p:cNvCxnSpPr>
          <p:nvPr/>
        </p:nvCxnSpPr>
        <p:spPr>
          <a:xfrm>
            <a:off x="8223479" y="5291568"/>
            <a:ext cx="317876" cy="27266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: Elbow 135">
            <a:extLst>
              <a:ext uri="{FF2B5EF4-FFF2-40B4-BE49-F238E27FC236}">
                <a16:creationId xmlns:a16="http://schemas.microsoft.com/office/drawing/2014/main" id="{CCF20388-EB15-4B01-9C51-10FD2C1B8356}"/>
              </a:ext>
            </a:extLst>
          </p:cNvPr>
          <p:cNvCxnSpPr>
            <a:cxnSpLocks/>
            <a:stCxn id="133" idx="3"/>
            <a:endCxn id="81" idx="1"/>
          </p:cNvCxnSpPr>
          <p:nvPr/>
        </p:nvCxnSpPr>
        <p:spPr>
          <a:xfrm flipV="1">
            <a:off x="9560868" y="5298775"/>
            <a:ext cx="275220" cy="26545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: Elbow 137">
            <a:extLst>
              <a:ext uri="{FF2B5EF4-FFF2-40B4-BE49-F238E27FC236}">
                <a16:creationId xmlns:a16="http://schemas.microsoft.com/office/drawing/2014/main" id="{FCD134DD-6550-8CB4-98B7-758892873FAC}"/>
              </a:ext>
            </a:extLst>
          </p:cNvPr>
          <p:cNvCxnSpPr>
            <a:cxnSpLocks/>
            <a:stCxn id="80" idx="3"/>
            <a:endCxn id="81" idx="1"/>
          </p:cNvCxnSpPr>
          <p:nvPr/>
        </p:nvCxnSpPr>
        <p:spPr>
          <a:xfrm>
            <a:off x="9555171" y="5134641"/>
            <a:ext cx="280917" cy="16413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Rectangle: Rounded Corners 138">
            <a:extLst>
              <a:ext uri="{FF2B5EF4-FFF2-40B4-BE49-F238E27FC236}">
                <a16:creationId xmlns:a16="http://schemas.microsoft.com/office/drawing/2014/main" id="{80234B1E-AB74-F2F5-36CD-8D7BF280FC9B}"/>
              </a:ext>
            </a:extLst>
          </p:cNvPr>
          <p:cNvSpPr/>
          <p:nvPr/>
        </p:nvSpPr>
        <p:spPr>
          <a:xfrm>
            <a:off x="9836087" y="5665385"/>
            <a:ext cx="1224075" cy="176084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0" dirty="0"/>
              <a:t>Pros and Cons</a:t>
            </a:r>
            <a:endParaRPr lang="en-GB" sz="1000" dirty="0"/>
          </a:p>
        </p:txBody>
      </p: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F57D8C71-E1FA-B5EA-BDD3-2E5EC0B0DCCD}"/>
              </a:ext>
            </a:extLst>
          </p:cNvPr>
          <p:cNvCxnSpPr>
            <a:cxnSpLocks/>
            <a:stCxn id="81" idx="2"/>
            <a:endCxn id="139" idx="0"/>
          </p:cNvCxnSpPr>
          <p:nvPr/>
        </p:nvCxnSpPr>
        <p:spPr>
          <a:xfrm flipH="1">
            <a:off x="10448125" y="5469196"/>
            <a:ext cx="1" cy="1961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Rectangle: Rounded Corners 141">
            <a:extLst>
              <a:ext uri="{FF2B5EF4-FFF2-40B4-BE49-F238E27FC236}">
                <a16:creationId xmlns:a16="http://schemas.microsoft.com/office/drawing/2014/main" id="{E178D050-244B-5F15-1557-AEE8EA17CB42}"/>
              </a:ext>
            </a:extLst>
          </p:cNvPr>
          <p:cNvSpPr/>
          <p:nvPr/>
        </p:nvSpPr>
        <p:spPr>
          <a:xfrm>
            <a:off x="7253840" y="5823762"/>
            <a:ext cx="967786" cy="176084"/>
          </a:xfrm>
          <a:prstGeom prst="round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Streaming</a:t>
            </a:r>
          </a:p>
        </p:txBody>
      </p:sp>
      <p:sp>
        <p:nvSpPr>
          <p:cNvPr id="145" name="Rectangle: Rounded Corners 144">
            <a:extLst>
              <a:ext uri="{FF2B5EF4-FFF2-40B4-BE49-F238E27FC236}">
                <a16:creationId xmlns:a16="http://schemas.microsoft.com/office/drawing/2014/main" id="{081AEFF0-CBE1-0549-5F52-C4B5F1EC95BE}"/>
              </a:ext>
            </a:extLst>
          </p:cNvPr>
          <p:cNvSpPr/>
          <p:nvPr/>
        </p:nvSpPr>
        <p:spPr>
          <a:xfrm>
            <a:off x="3364891" y="2998535"/>
            <a:ext cx="1058563" cy="352168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Persistent Storage Primer</a:t>
            </a:r>
          </a:p>
        </p:txBody>
      </p:sp>
      <p:sp>
        <p:nvSpPr>
          <p:cNvPr id="146" name="Rectangle: Rounded Corners 145">
            <a:extLst>
              <a:ext uri="{FF2B5EF4-FFF2-40B4-BE49-F238E27FC236}">
                <a16:creationId xmlns:a16="http://schemas.microsoft.com/office/drawing/2014/main" id="{92E63381-01F7-481A-8974-A60BAFEB7D43}"/>
              </a:ext>
            </a:extLst>
          </p:cNvPr>
          <p:cNvSpPr/>
          <p:nvPr/>
        </p:nvSpPr>
        <p:spPr>
          <a:xfrm>
            <a:off x="3485232" y="3961434"/>
            <a:ext cx="791401" cy="176084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NFS</a:t>
            </a:r>
          </a:p>
        </p:txBody>
      </p:sp>
      <p:sp>
        <p:nvSpPr>
          <p:cNvPr id="147" name="Rectangle: Rounded Corners 146">
            <a:extLst>
              <a:ext uri="{FF2B5EF4-FFF2-40B4-BE49-F238E27FC236}">
                <a16:creationId xmlns:a16="http://schemas.microsoft.com/office/drawing/2014/main" id="{C088C3E3-CFA8-6139-3E80-DE3167FF0023}"/>
              </a:ext>
            </a:extLst>
          </p:cNvPr>
          <p:cNvSpPr/>
          <p:nvPr/>
        </p:nvSpPr>
        <p:spPr>
          <a:xfrm>
            <a:off x="3467661" y="4838254"/>
            <a:ext cx="838434" cy="309459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HDFS Reads and Writes</a:t>
            </a:r>
          </a:p>
        </p:txBody>
      </p: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AF68AA7C-43E2-D4AC-0855-8B76C0BCA166}"/>
              </a:ext>
            </a:extLst>
          </p:cNvPr>
          <p:cNvCxnSpPr>
            <a:cxnSpLocks/>
            <a:stCxn id="147" idx="1"/>
            <a:endCxn id="152" idx="3"/>
          </p:cNvCxnSpPr>
          <p:nvPr/>
        </p:nvCxnSpPr>
        <p:spPr>
          <a:xfrm flipH="1">
            <a:off x="2584481" y="4992984"/>
            <a:ext cx="883180" cy="113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88E8D984-A201-DBE0-B4E6-BD2991ABF811}"/>
              </a:ext>
            </a:extLst>
          </p:cNvPr>
          <p:cNvCxnSpPr>
            <a:cxnSpLocks/>
            <a:stCxn id="70" idx="2"/>
            <a:endCxn id="147" idx="0"/>
          </p:cNvCxnSpPr>
          <p:nvPr/>
        </p:nvCxnSpPr>
        <p:spPr>
          <a:xfrm flipH="1">
            <a:off x="3886878" y="4472611"/>
            <a:ext cx="2" cy="3656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Rectangle: Rounded Corners 149">
            <a:extLst>
              <a:ext uri="{FF2B5EF4-FFF2-40B4-BE49-F238E27FC236}">
                <a16:creationId xmlns:a16="http://schemas.microsoft.com/office/drawing/2014/main" id="{D08BBEC1-56F3-B40E-A25F-F793C0A887F4}"/>
              </a:ext>
            </a:extLst>
          </p:cNvPr>
          <p:cNvSpPr/>
          <p:nvPr/>
        </p:nvSpPr>
        <p:spPr>
          <a:xfrm>
            <a:off x="2359794" y="4287489"/>
            <a:ext cx="838434" cy="198608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HDFS Extras</a:t>
            </a:r>
          </a:p>
        </p:txBody>
      </p: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74625898-57DF-5BEA-8CBD-4C9416D9D6C6}"/>
              </a:ext>
            </a:extLst>
          </p:cNvPr>
          <p:cNvCxnSpPr>
            <a:cxnSpLocks/>
            <a:stCxn id="70" idx="1"/>
            <a:endCxn id="150" idx="3"/>
          </p:cNvCxnSpPr>
          <p:nvPr/>
        </p:nvCxnSpPr>
        <p:spPr>
          <a:xfrm flipH="1">
            <a:off x="3198228" y="4384569"/>
            <a:ext cx="298898" cy="22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Rectangle: Rounded Corners 151">
            <a:extLst>
              <a:ext uri="{FF2B5EF4-FFF2-40B4-BE49-F238E27FC236}">
                <a16:creationId xmlns:a16="http://schemas.microsoft.com/office/drawing/2014/main" id="{7CAD629A-300B-0148-7C17-D7B31FFCE7E2}"/>
              </a:ext>
            </a:extLst>
          </p:cNvPr>
          <p:cNvSpPr/>
          <p:nvPr/>
        </p:nvSpPr>
        <p:spPr>
          <a:xfrm>
            <a:off x="1746047" y="4849582"/>
            <a:ext cx="838434" cy="309459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CAP and BASE</a:t>
            </a:r>
          </a:p>
        </p:txBody>
      </p: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8BB1D945-DE3A-84DA-154E-22C7159A4A5F}"/>
              </a:ext>
            </a:extLst>
          </p:cNvPr>
          <p:cNvCxnSpPr>
            <a:cxnSpLocks/>
            <a:stCxn id="152" idx="2"/>
          </p:cNvCxnSpPr>
          <p:nvPr/>
        </p:nvCxnSpPr>
        <p:spPr>
          <a:xfrm flipH="1">
            <a:off x="2156060" y="5159041"/>
            <a:ext cx="9204" cy="1973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: Elbow 153">
            <a:extLst>
              <a:ext uri="{FF2B5EF4-FFF2-40B4-BE49-F238E27FC236}">
                <a16:creationId xmlns:a16="http://schemas.microsoft.com/office/drawing/2014/main" id="{E5E34E2A-8733-6540-FF81-8E0B1F8EE398}"/>
              </a:ext>
            </a:extLst>
          </p:cNvPr>
          <p:cNvCxnSpPr>
            <a:cxnSpLocks/>
            <a:stCxn id="85" idx="2"/>
            <a:endCxn id="87" idx="3"/>
          </p:cNvCxnSpPr>
          <p:nvPr/>
        </p:nvCxnSpPr>
        <p:spPr>
          <a:xfrm rot="5400000">
            <a:off x="3111415" y="5377785"/>
            <a:ext cx="309591" cy="124133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Rectangle: Rounded Corners 154">
            <a:extLst>
              <a:ext uri="{FF2B5EF4-FFF2-40B4-BE49-F238E27FC236}">
                <a16:creationId xmlns:a16="http://schemas.microsoft.com/office/drawing/2014/main" id="{106B9D82-C191-73D5-1A9E-18A71458202A}"/>
              </a:ext>
            </a:extLst>
          </p:cNvPr>
          <p:cNvSpPr/>
          <p:nvPr/>
        </p:nvSpPr>
        <p:spPr>
          <a:xfrm>
            <a:off x="1672170" y="6425077"/>
            <a:ext cx="997371" cy="309591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DHT Overlay Networks</a:t>
            </a:r>
          </a:p>
        </p:txBody>
      </p:sp>
      <p:cxnSp>
        <p:nvCxnSpPr>
          <p:cNvPr id="156" name="Connector: Elbow 155">
            <a:extLst>
              <a:ext uri="{FF2B5EF4-FFF2-40B4-BE49-F238E27FC236}">
                <a16:creationId xmlns:a16="http://schemas.microsoft.com/office/drawing/2014/main" id="{0C35631F-644D-8B4B-03B7-AA98C9CC3B57}"/>
              </a:ext>
            </a:extLst>
          </p:cNvPr>
          <p:cNvCxnSpPr>
            <a:cxnSpLocks/>
          </p:cNvCxnSpPr>
          <p:nvPr/>
        </p:nvCxnSpPr>
        <p:spPr>
          <a:xfrm rot="10800000" flipV="1">
            <a:off x="2669541" y="6285645"/>
            <a:ext cx="1220984" cy="294227"/>
          </a:xfrm>
          <a:prstGeom prst="bentConnector3">
            <a:avLst>
              <a:gd name="adj1" fmla="val 6466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Rectangle: Rounded Corners 156">
            <a:extLst>
              <a:ext uri="{FF2B5EF4-FFF2-40B4-BE49-F238E27FC236}">
                <a16:creationId xmlns:a16="http://schemas.microsoft.com/office/drawing/2014/main" id="{1E2F6535-974F-8419-8FBA-F38E81A8167F}"/>
              </a:ext>
            </a:extLst>
          </p:cNvPr>
          <p:cNvSpPr/>
          <p:nvPr/>
        </p:nvSpPr>
        <p:spPr>
          <a:xfrm>
            <a:off x="5542770" y="3971725"/>
            <a:ext cx="843998" cy="33088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Software Sandboxes</a:t>
            </a:r>
          </a:p>
        </p:txBody>
      </p: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6C146591-C710-F271-00B6-CED961536996}"/>
              </a:ext>
            </a:extLst>
          </p:cNvPr>
          <p:cNvCxnSpPr>
            <a:cxnSpLocks/>
            <a:stCxn id="157" idx="2"/>
            <a:endCxn id="76" idx="0"/>
          </p:cNvCxnSpPr>
          <p:nvPr/>
        </p:nvCxnSpPr>
        <p:spPr>
          <a:xfrm>
            <a:off x="5964769" y="4302605"/>
            <a:ext cx="3723" cy="1846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C87E35E-B1A1-A2D2-2FD3-3D525F117385}"/>
              </a:ext>
            </a:extLst>
          </p:cNvPr>
          <p:cNvSpPr/>
          <p:nvPr/>
        </p:nvSpPr>
        <p:spPr>
          <a:xfrm>
            <a:off x="7042171" y="4970805"/>
            <a:ext cx="4165577" cy="1125579"/>
          </a:xfrm>
          <a:prstGeom prst="roundRect">
            <a:avLst>
              <a:gd name="adj" fmla="val 2899"/>
            </a:avLst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42696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036BC-5593-D986-1CE4-82EF9FD27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Course </a:t>
            </a:r>
            <a:r>
              <a:rPr lang="en-GB" dirty="0">
                <a:solidFill>
                  <a:schemeClr val="accent1"/>
                </a:solidFill>
              </a:rPr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40E8E-3663-9484-6FB9-ED41BEBB9BF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This course provides a mix of live and online content</a:t>
            </a:r>
          </a:p>
          <a:p>
            <a:pPr lvl="1"/>
            <a:r>
              <a:rPr lang="en-GB" dirty="0"/>
              <a:t>Live</a:t>
            </a:r>
          </a:p>
          <a:p>
            <a:pPr lvl="2"/>
            <a:r>
              <a:rPr lang="en-GB" dirty="0">
                <a:solidFill>
                  <a:schemeClr val="accent6"/>
                </a:solidFill>
              </a:rPr>
              <a:t>2 hour </a:t>
            </a:r>
            <a:r>
              <a:rPr lang="en-GB" b="1" dirty="0">
                <a:solidFill>
                  <a:schemeClr val="accent6"/>
                </a:solidFill>
              </a:rPr>
              <a:t>lecture</a:t>
            </a:r>
            <a:r>
              <a:rPr lang="en-GB" dirty="0">
                <a:solidFill>
                  <a:schemeClr val="accent6"/>
                </a:solidFill>
              </a:rPr>
              <a:t> per week </a:t>
            </a:r>
            <a:r>
              <a:rPr lang="en-GB" dirty="0"/>
              <a:t>(video available)</a:t>
            </a:r>
          </a:p>
          <a:p>
            <a:pPr lvl="3"/>
            <a:r>
              <a:rPr lang="en-GB" dirty="0"/>
              <a:t>Monday 1 pm to 3pm</a:t>
            </a:r>
          </a:p>
          <a:p>
            <a:pPr lvl="3"/>
            <a:r>
              <a:rPr lang="en-US" dirty="0"/>
              <a:t>Boyd Orr Building: Lecture Theater 1 / Room 203</a:t>
            </a:r>
          </a:p>
          <a:p>
            <a:pPr lvl="3"/>
            <a:endParaRPr lang="en-GB" dirty="0"/>
          </a:p>
          <a:p>
            <a:pPr lvl="2"/>
            <a:r>
              <a:rPr lang="en-GB" dirty="0">
                <a:solidFill>
                  <a:schemeClr val="accent6"/>
                </a:solidFill>
              </a:rPr>
              <a:t>1 hour </a:t>
            </a:r>
            <a:r>
              <a:rPr lang="en-GB" b="1" dirty="0">
                <a:solidFill>
                  <a:schemeClr val="accent6"/>
                </a:solidFill>
              </a:rPr>
              <a:t>lab</a:t>
            </a:r>
            <a:r>
              <a:rPr lang="en-GB" dirty="0">
                <a:solidFill>
                  <a:schemeClr val="accent6"/>
                </a:solidFill>
              </a:rPr>
              <a:t> per week </a:t>
            </a:r>
            <a:r>
              <a:rPr lang="en-GB" dirty="0"/>
              <a:t>(starting in week 3)</a:t>
            </a:r>
          </a:p>
          <a:p>
            <a:pPr lvl="3"/>
            <a:r>
              <a:rPr lang="en-GB" dirty="0"/>
              <a:t>Wednesday 12 noon-1pm (BO 1028)</a:t>
            </a:r>
          </a:p>
          <a:p>
            <a:pPr lvl="3"/>
            <a:r>
              <a:rPr lang="en-GB" dirty="0"/>
              <a:t>Wednesday 3pm-4pm (BO 1028)</a:t>
            </a:r>
          </a:p>
          <a:p>
            <a:pPr lvl="3"/>
            <a:r>
              <a:rPr lang="en-GB" dirty="0"/>
              <a:t>Wednesday 4pm-5pm (BO 1028)</a:t>
            </a:r>
          </a:p>
          <a:p>
            <a:pPr lvl="3"/>
            <a:endParaRPr lang="en-GB" dirty="0"/>
          </a:p>
          <a:p>
            <a:pPr lvl="1"/>
            <a:r>
              <a:rPr lang="en-GB" dirty="0"/>
              <a:t>Online</a:t>
            </a:r>
          </a:p>
          <a:p>
            <a:pPr lvl="2"/>
            <a:r>
              <a:rPr lang="en-GB" dirty="0"/>
              <a:t>Bite-sized Topic Videos</a:t>
            </a:r>
          </a:p>
          <a:p>
            <a:pPr lvl="2"/>
            <a:r>
              <a:rPr lang="en-GB" dirty="0"/>
              <a:t>Apache Spark Tutorials</a:t>
            </a:r>
          </a:p>
          <a:p>
            <a:pPr lvl="2"/>
            <a:r>
              <a:rPr lang="en-GB" dirty="0"/>
              <a:t>Background Reading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305496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3CD2C-2566-23E0-C2CA-4528266AB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Course </a:t>
            </a:r>
            <a:r>
              <a:rPr lang="en-GB" dirty="0">
                <a:solidFill>
                  <a:schemeClr val="accent1"/>
                </a:solidFill>
              </a:rPr>
              <a:t>Change Log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9DB929D-53AD-6DE7-702D-249C80927874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937336835"/>
              </p:ext>
            </p:extLst>
          </p:nvPr>
        </p:nvGraphicFramePr>
        <p:xfrm>
          <a:off x="285750" y="1627188"/>
          <a:ext cx="11474450" cy="46069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31522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Video 4">
            <a:extLst>
              <a:ext uri="{FF2B5EF4-FFF2-40B4-BE49-F238E27FC236}">
                <a16:creationId xmlns:a16="http://schemas.microsoft.com/office/drawing/2014/main" id="{737D34AF-EF61-E987-4989-BB689A151FB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4"/>
          <a:srcRect t="8291" r="-1" b="18353"/>
          <a:stretch/>
        </p:blipFill>
        <p:spPr>
          <a:xfrm>
            <a:off x="-2424773" y="1"/>
            <a:ext cx="16573289" cy="6858000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E9035D-85CF-263E-ABE4-ACC1837E1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138251" y="2924174"/>
            <a:ext cx="5842000" cy="1009651"/>
          </a:xfrm>
        </p:spPr>
        <p:txBody>
          <a:bodyPr anchor="t">
            <a:norm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Lecture Structure</a:t>
            </a:r>
          </a:p>
        </p:txBody>
      </p:sp>
    </p:spTree>
    <p:extLst>
      <p:ext uri="{BB962C8B-B14F-4D97-AF65-F5344CB8AC3E}">
        <p14:creationId xmlns:p14="http://schemas.microsoft.com/office/powerpoint/2010/main" val="2156781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15A79-2E41-94DF-6C0C-7DC30F0FA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Week 1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CFD2747-D7E6-C927-57A3-34E9415E6B49}"/>
              </a:ext>
            </a:extLst>
          </p:cNvPr>
          <p:cNvSpPr/>
          <p:nvPr/>
        </p:nvSpPr>
        <p:spPr>
          <a:xfrm>
            <a:off x="5451890" y="1812287"/>
            <a:ext cx="858796" cy="352168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Types of Big Data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244ACBA-47B8-97A7-AE04-FC6F58E2A765}"/>
              </a:ext>
            </a:extLst>
          </p:cNvPr>
          <p:cNvSpPr/>
          <p:nvPr/>
        </p:nvSpPr>
        <p:spPr>
          <a:xfrm>
            <a:off x="4909064" y="2406441"/>
            <a:ext cx="858796" cy="352168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Hardware Primer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5F22B519-DC02-DD90-C3D7-C4F6A9A767FB}"/>
              </a:ext>
            </a:extLst>
          </p:cNvPr>
          <p:cNvSpPr/>
          <p:nvPr/>
        </p:nvSpPr>
        <p:spPr>
          <a:xfrm>
            <a:off x="6037648" y="2405411"/>
            <a:ext cx="858796" cy="352168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Service Needs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1A5D8E5-A05B-C79F-B86F-603ED127FF32}"/>
              </a:ext>
            </a:extLst>
          </p:cNvPr>
          <p:cNvSpPr/>
          <p:nvPr/>
        </p:nvSpPr>
        <p:spPr>
          <a:xfrm>
            <a:off x="5352006" y="2998535"/>
            <a:ext cx="1058563" cy="352168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Horizontal vs. Vertical Scaling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5FAE15F7-7A6A-F246-62A8-BD6A04124BB1}"/>
              </a:ext>
            </a:extLst>
          </p:cNvPr>
          <p:cNvSpPr/>
          <p:nvPr/>
        </p:nvSpPr>
        <p:spPr>
          <a:xfrm>
            <a:off x="7208453" y="2998535"/>
            <a:ext cx="1058563" cy="352168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Parallel Compute</a:t>
            </a:r>
          </a:p>
        </p:txBody>
      </p: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DE2A796F-D81E-1A21-6D96-E68E293EB9BD}"/>
              </a:ext>
            </a:extLst>
          </p:cNvPr>
          <p:cNvCxnSpPr>
            <a:cxnSpLocks/>
            <a:stCxn id="18" idx="2"/>
            <a:endCxn id="19" idx="0"/>
          </p:cNvCxnSpPr>
          <p:nvPr/>
        </p:nvCxnSpPr>
        <p:spPr>
          <a:xfrm rot="5400000">
            <a:off x="5488882" y="2014035"/>
            <a:ext cx="241986" cy="54282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5FC829E0-C19B-C595-B863-D8DC7E489692}"/>
              </a:ext>
            </a:extLst>
          </p:cNvPr>
          <p:cNvCxnSpPr>
            <a:cxnSpLocks/>
            <a:stCxn id="18" idx="2"/>
            <a:endCxn id="51" idx="0"/>
          </p:cNvCxnSpPr>
          <p:nvPr/>
        </p:nvCxnSpPr>
        <p:spPr>
          <a:xfrm rot="16200000" flipH="1">
            <a:off x="6053689" y="1992054"/>
            <a:ext cx="240956" cy="58575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4C0ECDF2-30CC-5E99-143B-7E9F0D4F0D28}"/>
              </a:ext>
            </a:extLst>
          </p:cNvPr>
          <p:cNvCxnSpPr>
            <a:cxnSpLocks/>
            <a:stCxn id="51" idx="2"/>
            <a:endCxn id="56" idx="0"/>
          </p:cNvCxnSpPr>
          <p:nvPr/>
        </p:nvCxnSpPr>
        <p:spPr>
          <a:xfrm rot="5400000">
            <a:off x="6053689" y="2585178"/>
            <a:ext cx="240956" cy="58575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45F27A6A-F3F4-F90A-06FF-2649C9A97428}"/>
              </a:ext>
            </a:extLst>
          </p:cNvPr>
          <p:cNvCxnSpPr>
            <a:cxnSpLocks/>
            <a:stCxn id="19" idx="2"/>
            <a:endCxn id="56" idx="0"/>
          </p:cNvCxnSpPr>
          <p:nvPr/>
        </p:nvCxnSpPr>
        <p:spPr>
          <a:xfrm rot="16200000" flipH="1">
            <a:off x="5489912" y="2607159"/>
            <a:ext cx="239926" cy="54282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713C255F-3A56-D11C-24DE-1D061BD5DCD8}"/>
              </a:ext>
            </a:extLst>
          </p:cNvPr>
          <p:cNvCxnSpPr>
            <a:cxnSpLocks/>
            <a:stCxn id="56" idx="3"/>
            <a:endCxn id="58" idx="1"/>
          </p:cNvCxnSpPr>
          <p:nvPr/>
        </p:nvCxnSpPr>
        <p:spPr>
          <a:xfrm>
            <a:off x="6410569" y="3174619"/>
            <a:ext cx="7978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90408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15A79-2E41-94DF-6C0C-7DC30F0FA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Week 2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CFD2747-D7E6-C927-57A3-34E9415E6B49}"/>
              </a:ext>
            </a:extLst>
          </p:cNvPr>
          <p:cNvSpPr/>
          <p:nvPr/>
        </p:nvSpPr>
        <p:spPr>
          <a:xfrm>
            <a:off x="5451890" y="1812287"/>
            <a:ext cx="858796" cy="3521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Types of Big Data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244ACBA-47B8-97A7-AE04-FC6F58E2A765}"/>
              </a:ext>
            </a:extLst>
          </p:cNvPr>
          <p:cNvSpPr/>
          <p:nvPr/>
        </p:nvSpPr>
        <p:spPr>
          <a:xfrm>
            <a:off x="4909064" y="2406441"/>
            <a:ext cx="858796" cy="3521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Hardware Primer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5F22B519-DC02-DD90-C3D7-C4F6A9A767FB}"/>
              </a:ext>
            </a:extLst>
          </p:cNvPr>
          <p:cNvSpPr/>
          <p:nvPr/>
        </p:nvSpPr>
        <p:spPr>
          <a:xfrm>
            <a:off x="6037648" y="2405411"/>
            <a:ext cx="858796" cy="3521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Service Needs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1A5D8E5-A05B-C79F-B86F-603ED127FF32}"/>
              </a:ext>
            </a:extLst>
          </p:cNvPr>
          <p:cNvSpPr/>
          <p:nvPr/>
        </p:nvSpPr>
        <p:spPr>
          <a:xfrm>
            <a:off x="5352006" y="2998535"/>
            <a:ext cx="1058563" cy="3521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Horizontal vs. Vertical Scaling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5FAE15F7-7A6A-F246-62A8-BD6A04124BB1}"/>
              </a:ext>
            </a:extLst>
          </p:cNvPr>
          <p:cNvSpPr/>
          <p:nvPr/>
        </p:nvSpPr>
        <p:spPr>
          <a:xfrm>
            <a:off x="7208453" y="2998535"/>
            <a:ext cx="1058563" cy="3521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Parallel Compute</a:t>
            </a:r>
          </a:p>
        </p:txBody>
      </p: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DE2A796F-D81E-1A21-6D96-E68E293EB9BD}"/>
              </a:ext>
            </a:extLst>
          </p:cNvPr>
          <p:cNvCxnSpPr>
            <a:cxnSpLocks/>
            <a:stCxn id="18" idx="2"/>
            <a:endCxn id="19" idx="0"/>
          </p:cNvCxnSpPr>
          <p:nvPr/>
        </p:nvCxnSpPr>
        <p:spPr>
          <a:xfrm rot="5400000">
            <a:off x="5488882" y="2014035"/>
            <a:ext cx="241986" cy="54282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5FC829E0-C19B-C595-B863-D8DC7E489692}"/>
              </a:ext>
            </a:extLst>
          </p:cNvPr>
          <p:cNvCxnSpPr>
            <a:cxnSpLocks/>
            <a:stCxn id="18" idx="2"/>
            <a:endCxn id="51" idx="0"/>
          </p:cNvCxnSpPr>
          <p:nvPr/>
        </p:nvCxnSpPr>
        <p:spPr>
          <a:xfrm rot="16200000" flipH="1">
            <a:off x="6053689" y="1992054"/>
            <a:ext cx="240956" cy="58575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4C0ECDF2-30CC-5E99-143B-7E9F0D4F0D28}"/>
              </a:ext>
            </a:extLst>
          </p:cNvPr>
          <p:cNvCxnSpPr>
            <a:cxnSpLocks/>
            <a:stCxn id="51" idx="2"/>
            <a:endCxn id="56" idx="0"/>
          </p:cNvCxnSpPr>
          <p:nvPr/>
        </p:nvCxnSpPr>
        <p:spPr>
          <a:xfrm rot="5400000">
            <a:off x="6053689" y="2585178"/>
            <a:ext cx="240956" cy="58575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45F27A6A-F3F4-F90A-06FF-2649C9A97428}"/>
              </a:ext>
            </a:extLst>
          </p:cNvPr>
          <p:cNvCxnSpPr>
            <a:cxnSpLocks/>
            <a:stCxn id="19" idx="2"/>
            <a:endCxn id="56" idx="0"/>
          </p:cNvCxnSpPr>
          <p:nvPr/>
        </p:nvCxnSpPr>
        <p:spPr>
          <a:xfrm rot="16200000" flipH="1">
            <a:off x="5489912" y="2607159"/>
            <a:ext cx="239926" cy="54282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713C255F-3A56-D11C-24DE-1D061BD5DCD8}"/>
              </a:ext>
            </a:extLst>
          </p:cNvPr>
          <p:cNvCxnSpPr>
            <a:cxnSpLocks/>
            <a:stCxn id="56" idx="3"/>
            <a:endCxn id="58" idx="1"/>
          </p:cNvCxnSpPr>
          <p:nvPr/>
        </p:nvCxnSpPr>
        <p:spPr>
          <a:xfrm>
            <a:off x="6410569" y="3174619"/>
            <a:ext cx="7978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BED1034-3E7E-E468-AA29-70F7E57AD0BC}"/>
              </a:ext>
            </a:extLst>
          </p:cNvPr>
          <p:cNvSpPr/>
          <p:nvPr/>
        </p:nvSpPr>
        <p:spPr>
          <a:xfrm>
            <a:off x="7258689" y="4153237"/>
            <a:ext cx="967786" cy="176084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MapReduce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4010934-EF3D-88F4-96CA-CBE96BC60CF8}"/>
              </a:ext>
            </a:extLst>
          </p:cNvPr>
          <p:cNvSpPr/>
          <p:nvPr/>
        </p:nvSpPr>
        <p:spPr>
          <a:xfrm>
            <a:off x="7105312" y="3587142"/>
            <a:ext cx="1264843" cy="345513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Work Distribution Challenges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0173B12-7F4C-44D6-1EDB-AB17285BC2E0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7737734" y="3350703"/>
            <a:ext cx="1" cy="2364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E3CE129-616C-F6B1-7866-1617F4E190FF}"/>
              </a:ext>
            </a:extLst>
          </p:cNvPr>
          <p:cNvCxnSpPr>
            <a:cxnSpLocks/>
            <a:stCxn id="4" idx="2"/>
            <a:endCxn id="3" idx="0"/>
          </p:cNvCxnSpPr>
          <p:nvPr/>
        </p:nvCxnSpPr>
        <p:spPr>
          <a:xfrm>
            <a:off x="7737734" y="3932655"/>
            <a:ext cx="4848" cy="2205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20D10B7-EF79-7118-8AC2-27A3477C9B48}"/>
              </a:ext>
            </a:extLst>
          </p:cNvPr>
          <p:cNvSpPr/>
          <p:nvPr/>
        </p:nvSpPr>
        <p:spPr>
          <a:xfrm>
            <a:off x="4933312" y="2771389"/>
            <a:ext cx="3498655" cy="657612"/>
          </a:xfrm>
          <a:prstGeom prst="roundRect">
            <a:avLst/>
          </a:prstGeom>
          <a:solidFill>
            <a:schemeClr val="bg1">
              <a:alpha val="6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BC37923-BF25-9D1E-9D6B-28D9BB052782}"/>
              </a:ext>
            </a:extLst>
          </p:cNvPr>
          <p:cNvSpPr/>
          <p:nvPr/>
        </p:nvSpPr>
        <p:spPr>
          <a:xfrm>
            <a:off x="4675477" y="946151"/>
            <a:ext cx="2429835" cy="1831802"/>
          </a:xfrm>
          <a:prstGeom prst="roundRect">
            <a:avLst/>
          </a:prstGeom>
          <a:solidFill>
            <a:schemeClr val="bg1">
              <a:alpha val="6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22280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15A79-2E41-94DF-6C0C-7DC30F0FA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Week 3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CFD2747-D7E6-C927-57A3-34E9415E6B49}"/>
              </a:ext>
            </a:extLst>
          </p:cNvPr>
          <p:cNvSpPr/>
          <p:nvPr/>
        </p:nvSpPr>
        <p:spPr>
          <a:xfrm>
            <a:off x="5451890" y="1812287"/>
            <a:ext cx="858796" cy="3521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Types of Big Data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244ACBA-47B8-97A7-AE04-FC6F58E2A765}"/>
              </a:ext>
            </a:extLst>
          </p:cNvPr>
          <p:cNvSpPr/>
          <p:nvPr/>
        </p:nvSpPr>
        <p:spPr>
          <a:xfrm>
            <a:off x="4909064" y="2406441"/>
            <a:ext cx="858796" cy="3521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Hardware Primer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5F22B519-DC02-DD90-C3D7-C4F6A9A767FB}"/>
              </a:ext>
            </a:extLst>
          </p:cNvPr>
          <p:cNvSpPr/>
          <p:nvPr/>
        </p:nvSpPr>
        <p:spPr>
          <a:xfrm>
            <a:off x="6037648" y="2405411"/>
            <a:ext cx="858796" cy="3521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Service Needs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1A5D8E5-A05B-C79F-B86F-603ED127FF32}"/>
              </a:ext>
            </a:extLst>
          </p:cNvPr>
          <p:cNvSpPr/>
          <p:nvPr/>
        </p:nvSpPr>
        <p:spPr>
          <a:xfrm>
            <a:off x="5352006" y="2998535"/>
            <a:ext cx="1058563" cy="3521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Horizontal vs. Vertical Scaling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5FAE15F7-7A6A-F246-62A8-BD6A04124BB1}"/>
              </a:ext>
            </a:extLst>
          </p:cNvPr>
          <p:cNvSpPr/>
          <p:nvPr/>
        </p:nvSpPr>
        <p:spPr>
          <a:xfrm>
            <a:off x="7208453" y="2998535"/>
            <a:ext cx="1058563" cy="3521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Parallel Compute</a:t>
            </a:r>
          </a:p>
        </p:txBody>
      </p: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DE2A796F-D81E-1A21-6D96-E68E293EB9BD}"/>
              </a:ext>
            </a:extLst>
          </p:cNvPr>
          <p:cNvCxnSpPr>
            <a:cxnSpLocks/>
            <a:stCxn id="18" idx="2"/>
            <a:endCxn id="19" idx="0"/>
          </p:cNvCxnSpPr>
          <p:nvPr/>
        </p:nvCxnSpPr>
        <p:spPr>
          <a:xfrm rot="5400000">
            <a:off x="5488882" y="2014035"/>
            <a:ext cx="241986" cy="54282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5FC829E0-C19B-C595-B863-D8DC7E489692}"/>
              </a:ext>
            </a:extLst>
          </p:cNvPr>
          <p:cNvCxnSpPr>
            <a:cxnSpLocks/>
            <a:stCxn id="18" idx="2"/>
            <a:endCxn id="51" idx="0"/>
          </p:cNvCxnSpPr>
          <p:nvPr/>
        </p:nvCxnSpPr>
        <p:spPr>
          <a:xfrm rot="16200000" flipH="1">
            <a:off x="6053689" y="1992054"/>
            <a:ext cx="240956" cy="58575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4C0ECDF2-30CC-5E99-143B-7E9F0D4F0D28}"/>
              </a:ext>
            </a:extLst>
          </p:cNvPr>
          <p:cNvCxnSpPr>
            <a:cxnSpLocks/>
            <a:stCxn id="51" idx="2"/>
            <a:endCxn id="56" idx="0"/>
          </p:cNvCxnSpPr>
          <p:nvPr/>
        </p:nvCxnSpPr>
        <p:spPr>
          <a:xfrm rot="5400000">
            <a:off x="6053689" y="2585178"/>
            <a:ext cx="240956" cy="58575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45F27A6A-F3F4-F90A-06FF-2649C9A97428}"/>
              </a:ext>
            </a:extLst>
          </p:cNvPr>
          <p:cNvCxnSpPr>
            <a:cxnSpLocks/>
            <a:stCxn id="19" idx="2"/>
            <a:endCxn id="56" idx="0"/>
          </p:cNvCxnSpPr>
          <p:nvPr/>
        </p:nvCxnSpPr>
        <p:spPr>
          <a:xfrm rot="16200000" flipH="1">
            <a:off x="5489912" y="2607159"/>
            <a:ext cx="239926" cy="54282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713C255F-3A56-D11C-24DE-1D061BD5DCD8}"/>
              </a:ext>
            </a:extLst>
          </p:cNvPr>
          <p:cNvCxnSpPr>
            <a:cxnSpLocks/>
            <a:stCxn id="56" idx="3"/>
            <a:endCxn id="58" idx="1"/>
          </p:cNvCxnSpPr>
          <p:nvPr/>
        </p:nvCxnSpPr>
        <p:spPr>
          <a:xfrm>
            <a:off x="6410569" y="3174619"/>
            <a:ext cx="7978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BED1034-3E7E-E468-AA29-70F7E57AD0BC}"/>
              </a:ext>
            </a:extLst>
          </p:cNvPr>
          <p:cNvSpPr/>
          <p:nvPr/>
        </p:nvSpPr>
        <p:spPr>
          <a:xfrm>
            <a:off x="7258689" y="4153237"/>
            <a:ext cx="967786" cy="1760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MapReduce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4010934-EF3D-88F4-96CA-CBE96BC60CF8}"/>
              </a:ext>
            </a:extLst>
          </p:cNvPr>
          <p:cNvSpPr/>
          <p:nvPr/>
        </p:nvSpPr>
        <p:spPr>
          <a:xfrm>
            <a:off x="7105312" y="3587142"/>
            <a:ext cx="1264843" cy="34551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Work Distribution Challenges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0173B12-7F4C-44D6-1EDB-AB17285BC2E0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7737734" y="3350703"/>
            <a:ext cx="1" cy="2364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E3CE129-616C-F6B1-7866-1617F4E190FF}"/>
              </a:ext>
            </a:extLst>
          </p:cNvPr>
          <p:cNvCxnSpPr>
            <a:cxnSpLocks/>
            <a:stCxn id="4" idx="2"/>
            <a:endCxn id="3" idx="0"/>
          </p:cNvCxnSpPr>
          <p:nvPr/>
        </p:nvCxnSpPr>
        <p:spPr>
          <a:xfrm>
            <a:off x="7737734" y="3932655"/>
            <a:ext cx="4848" cy="2205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195AC92-768A-3277-5C41-6A840F3A9876}"/>
              </a:ext>
            </a:extLst>
          </p:cNvPr>
          <p:cNvSpPr/>
          <p:nvPr/>
        </p:nvSpPr>
        <p:spPr>
          <a:xfrm>
            <a:off x="7258689" y="4486097"/>
            <a:ext cx="967786" cy="176084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Hadoop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1BA5413-5323-B0BA-DDBC-EEAEDC78B838}"/>
              </a:ext>
            </a:extLst>
          </p:cNvPr>
          <p:cNvSpPr/>
          <p:nvPr/>
        </p:nvSpPr>
        <p:spPr>
          <a:xfrm>
            <a:off x="8555339" y="4415571"/>
            <a:ext cx="967786" cy="317638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0" dirty="0"/>
              <a:t>Hadoop Execution</a:t>
            </a:r>
            <a:endParaRPr lang="en-GB" sz="100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105335C-0EE8-C40F-54A4-2EE8E9CEA5D4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8226475" y="4574139"/>
            <a:ext cx="328864" cy="2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BE2D4FC-62B2-778B-0935-30A6ED5BC54B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7742582" y="4329321"/>
            <a:ext cx="0" cy="1567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38570EA-419E-D459-FB2C-EB941762DCF6}"/>
              </a:ext>
            </a:extLst>
          </p:cNvPr>
          <p:cNvSpPr/>
          <p:nvPr/>
        </p:nvSpPr>
        <p:spPr>
          <a:xfrm>
            <a:off x="9836088" y="4303137"/>
            <a:ext cx="1003390" cy="176084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0" dirty="0"/>
              <a:t>Extra Concepts</a:t>
            </a:r>
            <a:endParaRPr lang="en-GB" sz="1000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9D5AC64-9AE7-2A5C-FEB4-00A20C140A77}"/>
              </a:ext>
            </a:extLst>
          </p:cNvPr>
          <p:cNvSpPr/>
          <p:nvPr/>
        </p:nvSpPr>
        <p:spPr>
          <a:xfrm>
            <a:off x="9836088" y="4668038"/>
            <a:ext cx="1003390" cy="176084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0" dirty="0"/>
              <a:t>Hadoop Issues</a:t>
            </a:r>
            <a:endParaRPr lang="en-GB" sz="1000" dirty="0"/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0B171569-E994-B83C-72A6-2015115C8C3E}"/>
              </a:ext>
            </a:extLst>
          </p:cNvPr>
          <p:cNvCxnSpPr>
            <a:stCxn id="8" idx="3"/>
            <a:endCxn id="11" idx="1"/>
          </p:cNvCxnSpPr>
          <p:nvPr/>
        </p:nvCxnSpPr>
        <p:spPr>
          <a:xfrm flipV="1">
            <a:off x="9523125" y="4391179"/>
            <a:ext cx="312963" cy="18321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7EC5133D-9BD3-9DBC-0EF9-99641034CF85}"/>
              </a:ext>
            </a:extLst>
          </p:cNvPr>
          <p:cNvCxnSpPr>
            <a:cxnSpLocks/>
            <a:stCxn id="8" idx="3"/>
            <a:endCxn id="12" idx="1"/>
          </p:cNvCxnSpPr>
          <p:nvPr/>
        </p:nvCxnSpPr>
        <p:spPr>
          <a:xfrm>
            <a:off x="9523125" y="4574390"/>
            <a:ext cx="312963" cy="18169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E7E1253-3BFC-DCBF-C3B3-518167D1BEA0}"/>
              </a:ext>
            </a:extLst>
          </p:cNvPr>
          <p:cNvSpPr/>
          <p:nvPr/>
        </p:nvSpPr>
        <p:spPr>
          <a:xfrm>
            <a:off x="7255693" y="5203526"/>
            <a:ext cx="967786" cy="176084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Spark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3665ACE-FCE9-BD9F-D47A-15C3E78D710D}"/>
              </a:ext>
            </a:extLst>
          </p:cNvPr>
          <p:cNvSpPr/>
          <p:nvPr/>
        </p:nvSpPr>
        <p:spPr>
          <a:xfrm>
            <a:off x="8535658" y="5046599"/>
            <a:ext cx="1019513" cy="176084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DAGs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CCA0FA7-1A53-FE3B-BD8F-D5A302C866EE}"/>
              </a:ext>
            </a:extLst>
          </p:cNvPr>
          <p:cNvCxnSpPr>
            <a:cxnSpLocks/>
            <a:endCxn id="15" idx="0"/>
          </p:cNvCxnSpPr>
          <p:nvPr/>
        </p:nvCxnSpPr>
        <p:spPr>
          <a:xfrm flipH="1">
            <a:off x="7739586" y="4662181"/>
            <a:ext cx="2996" cy="5413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99FC0391-4849-6E69-F7EC-2DCB5D71146F}"/>
              </a:ext>
            </a:extLst>
          </p:cNvPr>
          <p:cNvCxnSpPr>
            <a:cxnSpLocks/>
            <a:stCxn id="15" idx="3"/>
            <a:endCxn id="16" idx="1"/>
          </p:cNvCxnSpPr>
          <p:nvPr/>
        </p:nvCxnSpPr>
        <p:spPr>
          <a:xfrm flipV="1">
            <a:off x="8223479" y="5134641"/>
            <a:ext cx="312179" cy="15692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9598A57-7FB0-9395-F1D8-1CCEBC3D5A9C}"/>
              </a:ext>
            </a:extLst>
          </p:cNvPr>
          <p:cNvSpPr/>
          <p:nvPr/>
        </p:nvSpPr>
        <p:spPr>
          <a:xfrm>
            <a:off x="4675477" y="946151"/>
            <a:ext cx="2429835" cy="1831802"/>
          </a:xfrm>
          <a:prstGeom prst="roundRect">
            <a:avLst/>
          </a:prstGeom>
          <a:solidFill>
            <a:schemeClr val="bg1">
              <a:alpha val="6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460B867-DF3F-5760-94E4-4BC52551A6DD}"/>
              </a:ext>
            </a:extLst>
          </p:cNvPr>
          <p:cNvSpPr/>
          <p:nvPr/>
        </p:nvSpPr>
        <p:spPr>
          <a:xfrm>
            <a:off x="4933312" y="2771388"/>
            <a:ext cx="3498655" cy="1626667"/>
          </a:xfrm>
          <a:prstGeom prst="roundRect">
            <a:avLst/>
          </a:prstGeom>
          <a:solidFill>
            <a:schemeClr val="bg1">
              <a:alpha val="6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32907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15A79-2E41-94DF-6C0C-7DC30F0FA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Week 4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CFD2747-D7E6-C927-57A3-34E9415E6B49}"/>
              </a:ext>
            </a:extLst>
          </p:cNvPr>
          <p:cNvSpPr/>
          <p:nvPr/>
        </p:nvSpPr>
        <p:spPr>
          <a:xfrm>
            <a:off x="5451890" y="1812287"/>
            <a:ext cx="858796" cy="3521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Types of Big Data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244ACBA-47B8-97A7-AE04-FC6F58E2A765}"/>
              </a:ext>
            </a:extLst>
          </p:cNvPr>
          <p:cNvSpPr/>
          <p:nvPr/>
        </p:nvSpPr>
        <p:spPr>
          <a:xfrm>
            <a:off x="4909064" y="2406441"/>
            <a:ext cx="858796" cy="3521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Hardware Primer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5F22B519-DC02-DD90-C3D7-C4F6A9A767FB}"/>
              </a:ext>
            </a:extLst>
          </p:cNvPr>
          <p:cNvSpPr/>
          <p:nvPr/>
        </p:nvSpPr>
        <p:spPr>
          <a:xfrm>
            <a:off x="6037648" y="2405411"/>
            <a:ext cx="858796" cy="3521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Service Needs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1A5D8E5-A05B-C79F-B86F-603ED127FF32}"/>
              </a:ext>
            </a:extLst>
          </p:cNvPr>
          <p:cNvSpPr/>
          <p:nvPr/>
        </p:nvSpPr>
        <p:spPr>
          <a:xfrm>
            <a:off x="5352006" y="2998535"/>
            <a:ext cx="1058563" cy="3521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Horizontal vs. Vertical Scaling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5FAE15F7-7A6A-F246-62A8-BD6A04124BB1}"/>
              </a:ext>
            </a:extLst>
          </p:cNvPr>
          <p:cNvSpPr/>
          <p:nvPr/>
        </p:nvSpPr>
        <p:spPr>
          <a:xfrm>
            <a:off x="7208453" y="2998535"/>
            <a:ext cx="1058563" cy="3521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Parallel Compute</a:t>
            </a:r>
          </a:p>
        </p:txBody>
      </p: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DE2A796F-D81E-1A21-6D96-E68E293EB9BD}"/>
              </a:ext>
            </a:extLst>
          </p:cNvPr>
          <p:cNvCxnSpPr>
            <a:cxnSpLocks/>
            <a:stCxn id="18" idx="2"/>
            <a:endCxn id="19" idx="0"/>
          </p:cNvCxnSpPr>
          <p:nvPr/>
        </p:nvCxnSpPr>
        <p:spPr>
          <a:xfrm rot="5400000">
            <a:off x="5488882" y="2014035"/>
            <a:ext cx="241986" cy="54282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5FC829E0-C19B-C595-B863-D8DC7E489692}"/>
              </a:ext>
            </a:extLst>
          </p:cNvPr>
          <p:cNvCxnSpPr>
            <a:cxnSpLocks/>
            <a:stCxn id="18" idx="2"/>
            <a:endCxn id="51" idx="0"/>
          </p:cNvCxnSpPr>
          <p:nvPr/>
        </p:nvCxnSpPr>
        <p:spPr>
          <a:xfrm rot="16200000" flipH="1">
            <a:off x="6053689" y="1992054"/>
            <a:ext cx="240956" cy="58575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4C0ECDF2-30CC-5E99-143B-7E9F0D4F0D28}"/>
              </a:ext>
            </a:extLst>
          </p:cNvPr>
          <p:cNvCxnSpPr>
            <a:cxnSpLocks/>
            <a:stCxn id="51" idx="2"/>
            <a:endCxn id="56" idx="0"/>
          </p:cNvCxnSpPr>
          <p:nvPr/>
        </p:nvCxnSpPr>
        <p:spPr>
          <a:xfrm rot="5400000">
            <a:off x="6053689" y="2585178"/>
            <a:ext cx="240956" cy="58575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45F27A6A-F3F4-F90A-06FF-2649C9A97428}"/>
              </a:ext>
            </a:extLst>
          </p:cNvPr>
          <p:cNvCxnSpPr>
            <a:cxnSpLocks/>
            <a:stCxn id="19" idx="2"/>
            <a:endCxn id="56" idx="0"/>
          </p:cNvCxnSpPr>
          <p:nvPr/>
        </p:nvCxnSpPr>
        <p:spPr>
          <a:xfrm rot="16200000" flipH="1">
            <a:off x="5489912" y="2607159"/>
            <a:ext cx="239926" cy="54282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713C255F-3A56-D11C-24DE-1D061BD5DCD8}"/>
              </a:ext>
            </a:extLst>
          </p:cNvPr>
          <p:cNvCxnSpPr>
            <a:cxnSpLocks/>
            <a:stCxn id="56" idx="3"/>
            <a:endCxn id="58" idx="1"/>
          </p:cNvCxnSpPr>
          <p:nvPr/>
        </p:nvCxnSpPr>
        <p:spPr>
          <a:xfrm>
            <a:off x="6410569" y="3174619"/>
            <a:ext cx="7978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BED1034-3E7E-E468-AA29-70F7E57AD0BC}"/>
              </a:ext>
            </a:extLst>
          </p:cNvPr>
          <p:cNvSpPr/>
          <p:nvPr/>
        </p:nvSpPr>
        <p:spPr>
          <a:xfrm>
            <a:off x="7258689" y="4153237"/>
            <a:ext cx="967786" cy="1760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MapReduce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4010934-EF3D-88F4-96CA-CBE96BC60CF8}"/>
              </a:ext>
            </a:extLst>
          </p:cNvPr>
          <p:cNvSpPr/>
          <p:nvPr/>
        </p:nvSpPr>
        <p:spPr>
          <a:xfrm>
            <a:off x="7105312" y="3587142"/>
            <a:ext cx="1264843" cy="34551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Work Distribution Challenges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0173B12-7F4C-44D6-1EDB-AB17285BC2E0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7737734" y="3350703"/>
            <a:ext cx="1" cy="2364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E3CE129-616C-F6B1-7866-1617F4E190FF}"/>
              </a:ext>
            </a:extLst>
          </p:cNvPr>
          <p:cNvCxnSpPr>
            <a:cxnSpLocks/>
            <a:stCxn id="4" idx="2"/>
            <a:endCxn id="3" idx="0"/>
          </p:cNvCxnSpPr>
          <p:nvPr/>
        </p:nvCxnSpPr>
        <p:spPr>
          <a:xfrm>
            <a:off x="7737734" y="3932655"/>
            <a:ext cx="4848" cy="2205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195AC92-768A-3277-5C41-6A840F3A9876}"/>
              </a:ext>
            </a:extLst>
          </p:cNvPr>
          <p:cNvSpPr/>
          <p:nvPr/>
        </p:nvSpPr>
        <p:spPr>
          <a:xfrm>
            <a:off x="7258689" y="4486097"/>
            <a:ext cx="967786" cy="1760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Hadoop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1BA5413-5323-B0BA-DDBC-EEAEDC78B838}"/>
              </a:ext>
            </a:extLst>
          </p:cNvPr>
          <p:cNvSpPr/>
          <p:nvPr/>
        </p:nvSpPr>
        <p:spPr>
          <a:xfrm>
            <a:off x="8555339" y="4415571"/>
            <a:ext cx="967786" cy="31763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0" dirty="0"/>
              <a:t>Hadoop Execution</a:t>
            </a:r>
            <a:endParaRPr lang="en-GB" sz="100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105335C-0EE8-C40F-54A4-2EE8E9CEA5D4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8226475" y="4574139"/>
            <a:ext cx="328864" cy="2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BE2D4FC-62B2-778B-0935-30A6ED5BC54B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7742582" y="4329321"/>
            <a:ext cx="0" cy="1567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38570EA-419E-D459-FB2C-EB941762DCF6}"/>
              </a:ext>
            </a:extLst>
          </p:cNvPr>
          <p:cNvSpPr/>
          <p:nvPr/>
        </p:nvSpPr>
        <p:spPr>
          <a:xfrm>
            <a:off x="9836088" y="4303137"/>
            <a:ext cx="1003390" cy="1760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0" dirty="0"/>
              <a:t>Extra Concepts</a:t>
            </a:r>
            <a:endParaRPr lang="en-GB" sz="1000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9D5AC64-9AE7-2A5C-FEB4-00A20C140A77}"/>
              </a:ext>
            </a:extLst>
          </p:cNvPr>
          <p:cNvSpPr/>
          <p:nvPr/>
        </p:nvSpPr>
        <p:spPr>
          <a:xfrm>
            <a:off x="9836088" y="4668038"/>
            <a:ext cx="1003390" cy="1760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0" dirty="0"/>
              <a:t>Hadoop Issues</a:t>
            </a:r>
            <a:endParaRPr lang="en-GB" sz="1000" dirty="0"/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0B171569-E994-B83C-72A6-2015115C8C3E}"/>
              </a:ext>
            </a:extLst>
          </p:cNvPr>
          <p:cNvCxnSpPr>
            <a:stCxn id="8" idx="3"/>
            <a:endCxn id="11" idx="1"/>
          </p:cNvCxnSpPr>
          <p:nvPr/>
        </p:nvCxnSpPr>
        <p:spPr>
          <a:xfrm flipV="1">
            <a:off x="9523125" y="4391179"/>
            <a:ext cx="312963" cy="18321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7EC5133D-9BD3-9DBC-0EF9-99641034CF85}"/>
              </a:ext>
            </a:extLst>
          </p:cNvPr>
          <p:cNvCxnSpPr>
            <a:cxnSpLocks/>
            <a:stCxn id="8" idx="3"/>
            <a:endCxn id="12" idx="1"/>
          </p:cNvCxnSpPr>
          <p:nvPr/>
        </p:nvCxnSpPr>
        <p:spPr>
          <a:xfrm>
            <a:off x="9523125" y="4574390"/>
            <a:ext cx="312963" cy="18169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E7E1253-3BFC-DCBF-C3B3-518167D1BEA0}"/>
              </a:ext>
            </a:extLst>
          </p:cNvPr>
          <p:cNvSpPr/>
          <p:nvPr/>
        </p:nvSpPr>
        <p:spPr>
          <a:xfrm>
            <a:off x="7255693" y="5203526"/>
            <a:ext cx="967786" cy="1760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Spark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3665ACE-FCE9-BD9F-D47A-15C3E78D710D}"/>
              </a:ext>
            </a:extLst>
          </p:cNvPr>
          <p:cNvSpPr/>
          <p:nvPr/>
        </p:nvSpPr>
        <p:spPr>
          <a:xfrm>
            <a:off x="8535658" y="5046599"/>
            <a:ext cx="1019513" cy="1760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DAGs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CCA0FA7-1A53-FE3B-BD8F-D5A302C866EE}"/>
              </a:ext>
            </a:extLst>
          </p:cNvPr>
          <p:cNvCxnSpPr>
            <a:cxnSpLocks/>
            <a:endCxn id="15" idx="0"/>
          </p:cNvCxnSpPr>
          <p:nvPr/>
        </p:nvCxnSpPr>
        <p:spPr>
          <a:xfrm flipH="1">
            <a:off x="7739586" y="4662181"/>
            <a:ext cx="2996" cy="5413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99FC0391-4849-6E69-F7EC-2DCB5D71146F}"/>
              </a:ext>
            </a:extLst>
          </p:cNvPr>
          <p:cNvCxnSpPr>
            <a:cxnSpLocks/>
            <a:stCxn id="15" idx="3"/>
            <a:endCxn id="16" idx="1"/>
          </p:cNvCxnSpPr>
          <p:nvPr/>
        </p:nvCxnSpPr>
        <p:spPr>
          <a:xfrm flipV="1">
            <a:off x="8223479" y="5134641"/>
            <a:ext cx="312179" cy="15692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35AB20A-DE01-DE5E-694F-153A90F21AED}"/>
              </a:ext>
            </a:extLst>
          </p:cNvPr>
          <p:cNvSpPr/>
          <p:nvPr/>
        </p:nvSpPr>
        <p:spPr>
          <a:xfrm>
            <a:off x="9836088" y="5128353"/>
            <a:ext cx="1224075" cy="340843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Transformations and Actions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718CF52-0463-5547-1C35-B6576B447226}"/>
              </a:ext>
            </a:extLst>
          </p:cNvPr>
          <p:cNvSpPr/>
          <p:nvPr/>
        </p:nvSpPr>
        <p:spPr>
          <a:xfrm>
            <a:off x="8541355" y="5406003"/>
            <a:ext cx="1019513" cy="31646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Spark Architecture</a:t>
            </a:r>
          </a:p>
        </p:txBody>
      </p: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BE4F00A2-52EA-2397-60EF-1A2A068EB6A0}"/>
              </a:ext>
            </a:extLst>
          </p:cNvPr>
          <p:cNvCxnSpPr>
            <a:cxnSpLocks/>
            <a:stCxn id="22" idx="3"/>
            <a:endCxn id="21" idx="1"/>
          </p:cNvCxnSpPr>
          <p:nvPr/>
        </p:nvCxnSpPr>
        <p:spPr>
          <a:xfrm flipV="1">
            <a:off x="9560868" y="5298775"/>
            <a:ext cx="275220" cy="26545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AFCB4DE1-691C-BA1B-E0DB-C7219B07317A}"/>
              </a:ext>
            </a:extLst>
          </p:cNvPr>
          <p:cNvCxnSpPr>
            <a:cxnSpLocks/>
            <a:endCxn id="21" idx="1"/>
          </p:cNvCxnSpPr>
          <p:nvPr/>
        </p:nvCxnSpPr>
        <p:spPr>
          <a:xfrm>
            <a:off x="9555171" y="5134641"/>
            <a:ext cx="280917" cy="16413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EFBB9EA-6ED7-E285-2E42-370255CCA4FD}"/>
              </a:ext>
            </a:extLst>
          </p:cNvPr>
          <p:cNvSpPr/>
          <p:nvPr/>
        </p:nvSpPr>
        <p:spPr>
          <a:xfrm>
            <a:off x="9836087" y="5665385"/>
            <a:ext cx="1224075" cy="176084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0" dirty="0"/>
              <a:t>Pros and Cons</a:t>
            </a:r>
            <a:endParaRPr lang="en-GB" sz="1000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4359972-162C-6223-6B59-B1B55851582B}"/>
              </a:ext>
            </a:extLst>
          </p:cNvPr>
          <p:cNvCxnSpPr>
            <a:cxnSpLocks/>
            <a:stCxn id="21" idx="2"/>
            <a:endCxn id="25" idx="0"/>
          </p:cNvCxnSpPr>
          <p:nvPr/>
        </p:nvCxnSpPr>
        <p:spPr>
          <a:xfrm flipH="1">
            <a:off x="10448125" y="5469196"/>
            <a:ext cx="1" cy="1961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3241BCED-4743-17A4-C8F3-76DAEDC8774C}"/>
              </a:ext>
            </a:extLst>
          </p:cNvPr>
          <p:cNvSpPr/>
          <p:nvPr/>
        </p:nvSpPr>
        <p:spPr>
          <a:xfrm>
            <a:off x="7253840" y="5823762"/>
            <a:ext cx="967786" cy="176084"/>
          </a:xfrm>
          <a:prstGeom prst="round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Streaming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071F3D1-31CA-2C9F-7285-D289B7517D5D}"/>
              </a:ext>
            </a:extLst>
          </p:cNvPr>
          <p:cNvCxnSpPr>
            <a:cxnSpLocks/>
          </p:cNvCxnSpPr>
          <p:nvPr/>
        </p:nvCxnSpPr>
        <p:spPr>
          <a:xfrm flipH="1">
            <a:off x="7737733" y="5379610"/>
            <a:ext cx="1853" cy="4441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DD80319-F73E-701A-BCC0-B1C407E7F81B}"/>
              </a:ext>
            </a:extLst>
          </p:cNvPr>
          <p:cNvSpPr/>
          <p:nvPr/>
        </p:nvSpPr>
        <p:spPr>
          <a:xfrm>
            <a:off x="4675477" y="946151"/>
            <a:ext cx="2429835" cy="1831802"/>
          </a:xfrm>
          <a:prstGeom prst="roundRect">
            <a:avLst/>
          </a:prstGeom>
          <a:solidFill>
            <a:schemeClr val="bg1">
              <a:alpha val="6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EE984B4-4220-23F8-EACC-D97AF9C9E27D}"/>
              </a:ext>
            </a:extLst>
          </p:cNvPr>
          <p:cNvSpPr/>
          <p:nvPr/>
        </p:nvSpPr>
        <p:spPr>
          <a:xfrm>
            <a:off x="4933312" y="2771388"/>
            <a:ext cx="3498655" cy="1626667"/>
          </a:xfrm>
          <a:prstGeom prst="roundRect">
            <a:avLst/>
          </a:prstGeom>
          <a:solidFill>
            <a:schemeClr val="bg1">
              <a:alpha val="6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0A51DEB9-2F1A-F342-B635-B4EE632F16F6}"/>
              </a:ext>
            </a:extLst>
          </p:cNvPr>
          <p:cNvSpPr/>
          <p:nvPr/>
        </p:nvSpPr>
        <p:spPr>
          <a:xfrm>
            <a:off x="7105312" y="4345178"/>
            <a:ext cx="1193738" cy="1124018"/>
          </a:xfrm>
          <a:prstGeom prst="roundRect">
            <a:avLst/>
          </a:prstGeom>
          <a:solidFill>
            <a:schemeClr val="bg1">
              <a:alpha val="6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A07293C8-7282-A727-2598-4F6B46FACC03}"/>
              </a:ext>
            </a:extLst>
          </p:cNvPr>
          <p:cNvSpPr/>
          <p:nvPr/>
        </p:nvSpPr>
        <p:spPr>
          <a:xfrm>
            <a:off x="8282269" y="4052983"/>
            <a:ext cx="2954120" cy="809911"/>
          </a:xfrm>
          <a:prstGeom prst="roundRect">
            <a:avLst/>
          </a:prstGeom>
          <a:solidFill>
            <a:schemeClr val="bg1">
              <a:alpha val="6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31D5889-F8DA-62CA-8C98-5B8A0A143450}"/>
              </a:ext>
            </a:extLst>
          </p:cNvPr>
          <p:cNvSpPr/>
          <p:nvPr/>
        </p:nvSpPr>
        <p:spPr>
          <a:xfrm>
            <a:off x="8277420" y="4821251"/>
            <a:ext cx="1324556" cy="541345"/>
          </a:xfrm>
          <a:prstGeom prst="roundRect">
            <a:avLst/>
          </a:prstGeom>
          <a:solidFill>
            <a:schemeClr val="bg1">
              <a:alpha val="6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80493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15A79-2E41-94DF-6C0C-7DC30F0FA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Week 5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CFD2747-D7E6-C927-57A3-34E9415E6B49}"/>
              </a:ext>
            </a:extLst>
          </p:cNvPr>
          <p:cNvSpPr/>
          <p:nvPr/>
        </p:nvSpPr>
        <p:spPr>
          <a:xfrm>
            <a:off x="5451890" y="1812287"/>
            <a:ext cx="858796" cy="3521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Types of Big Data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244ACBA-47B8-97A7-AE04-FC6F58E2A765}"/>
              </a:ext>
            </a:extLst>
          </p:cNvPr>
          <p:cNvSpPr/>
          <p:nvPr/>
        </p:nvSpPr>
        <p:spPr>
          <a:xfrm>
            <a:off x="4909064" y="2406441"/>
            <a:ext cx="858796" cy="3521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Hardware Primer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5F22B519-DC02-DD90-C3D7-C4F6A9A767FB}"/>
              </a:ext>
            </a:extLst>
          </p:cNvPr>
          <p:cNvSpPr/>
          <p:nvPr/>
        </p:nvSpPr>
        <p:spPr>
          <a:xfrm>
            <a:off x="6037648" y="2405411"/>
            <a:ext cx="858796" cy="3521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Service Needs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1A5D8E5-A05B-C79F-B86F-603ED127FF32}"/>
              </a:ext>
            </a:extLst>
          </p:cNvPr>
          <p:cNvSpPr/>
          <p:nvPr/>
        </p:nvSpPr>
        <p:spPr>
          <a:xfrm>
            <a:off x="5352006" y="2998535"/>
            <a:ext cx="1058563" cy="3521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Horizontal vs. Vertical Scaling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5FAE15F7-7A6A-F246-62A8-BD6A04124BB1}"/>
              </a:ext>
            </a:extLst>
          </p:cNvPr>
          <p:cNvSpPr/>
          <p:nvPr/>
        </p:nvSpPr>
        <p:spPr>
          <a:xfrm>
            <a:off x="7208453" y="2998535"/>
            <a:ext cx="1058563" cy="3521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Parallel Compute</a:t>
            </a:r>
          </a:p>
        </p:txBody>
      </p: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DE2A796F-D81E-1A21-6D96-E68E293EB9BD}"/>
              </a:ext>
            </a:extLst>
          </p:cNvPr>
          <p:cNvCxnSpPr>
            <a:cxnSpLocks/>
            <a:stCxn id="18" idx="2"/>
            <a:endCxn id="19" idx="0"/>
          </p:cNvCxnSpPr>
          <p:nvPr/>
        </p:nvCxnSpPr>
        <p:spPr>
          <a:xfrm rot="5400000">
            <a:off x="5488882" y="2014035"/>
            <a:ext cx="241986" cy="54282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5FC829E0-C19B-C595-B863-D8DC7E489692}"/>
              </a:ext>
            </a:extLst>
          </p:cNvPr>
          <p:cNvCxnSpPr>
            <a:cxnSpLocks/>
            <a:stCxn id="18" idx="2"/>
            <a:endCxn id="51" idx="0"/>
          </p:cNvCxnSpPr>
          <p:nvPr/>
        </p:nvCxnSpPr>
        <p:spPr>
          <a:xfrm rot="16200000" flipH="1">
            <a:off x="6053689" y="1992054"/>
            <a:ext cx="240956" cy="58575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4C0ECDF2-30CC-5E99-143B-7E9F0D4F0D28}"/>
              </a:ext>
            </a:extLst>
          </p:cNvPr>
          <p:cNvCxnSpPr>
            <a:cxnSpLocks/>
            <a:stCxn id="51" idx="2"/>
            <a:endCxn id="56" idx="0"/>
          </p:cNvCxnSpPr>
          <p:nvPr/>
        </p:nvCxnSpPr>
        <p:spPr>
          <a:xfrm rot="5400000">
            <a:off x="6053689" y="2585178"/>
            <a:ext cx="240956" cy="58575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45F27A6A-F3F4-F90A-06FF-2649C9A97428}"/>
              </a:ext>
            </a:extLst>
          </p:cNvPr>
          <p:cNvCxnSpPr>
            <a:cxnSpLocks/>
            <a:stCxn id="19" idx="2"/>
            <a:endCxn id="56" idx="0"/>
          </p:cNvCxnSpPr>
          <p:nvPr/>
        </p:nvCxnSpPr>
        <p:spPr>
          <a:xfrm rot="16200000" flipH="1">
            <a:off x="5489912" y="2607159"/>
            <a:ext cx="239926" cy="54282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713C255F-3A56-D11C-24DE-1D061BD5DCD8}"/>
              </a:ext>
            </a:extLst>
          </p:cNvPr>
          <p:cNvCxnSpPr>
            <a:cxnSpLocks/>
            <a:stCxn id="56" idx="3"/>
            <a:endCxn id="58" idx="1"/>
          </p:cNvCxnSpPr>
          <p:nvPr/>
        </p:nvCxnSpPr>
        <p:spPr>
          <a:xfrm>
            <a:off x="6410569" y="3174619"/>
            <a:ext cx="7978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BED1034-3E7E-E468-AA29-70F7E57AD0BC}"/>
              </a:ext>
            </a:extLst>
          </p:cNvPr>
          <p:cNvSpPr/>
          <p:nvPr/>
        </p:nvSpPr>
        <p:spPr>
          <a:xfrm>
            <a:off x="7258689" y="4153237"/>
            <a:ext cx="967786" cy="1760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MapReduce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4010934-EF3D-88F4-96CA-CBE96BC60CF8}"/>
              </a:ext>
            </a:extLst>
          </p:cNvPr>
          <p:cNvSpPr/>
          <p:nvPr/>
        </p:nvSpPr>
        <p:spPr>
          <a:xfrm>
            <a:off x="7105312" y="3587142"/>
            <a:ext cx="1264843" cy="34551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Work Distribution Challenges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0173B12-7F4C-44D6-1EDB-AB17285BC2E0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7737734" y="3350703"/>
            <a:ext cx="1" cy="2364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E3CE129-616C-F6B1-7866-1617F4E190FF}"/>
              </a:ext>
            </a:extLst>
          </p:cNvPr>
          <p:cNvCxnSpPr>
            <a:cxnSpLocks/>
            <a:stCxn id="4" idx="2"/>
            <a:endCxn id="3" idx="0"/>
          </p:cNvCxnSpPr>
          <p:nvPr/>
        </p:nvCxnSpPr>
        <p:spPr>
          <a:xfrm>
            <a:off x="7737734" y="3932655"/>
            <a:ext cx="4848" cy="2205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195AC92-768A-3277-5C41-6A840F3A9876}"/>
              </a:ext>
            </a:extLst>
          </p:cNvPr>
          <p:cNvSpPr/>
          <p:nvPr/>
        </p:nvSpPr>
        <p:spPr>
          <a:xfrm>
            <a:off x="7258689" y="4486097"/>
            <a:ext cx="967786" cy="1760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Hadoop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1BA5413-5323-B0BA-DDBC-EEAEDC78B838}"/>
              </a:ext>
            </a:extLst>
          </p:cNvPr>
          <p:cNvSpPr/>
          <p:nvPr/>
        </p:nvSpPr>
        <p:spPr>
          <a:xfrm>
            <a:off x="8555339" y="4415571"/>
            <a:ext cx="967786" cy="31763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0" dirty="0"/>
              <a:t>Hadoop Execution</a:t>
            </a:r>
            <a:endParaRPr lang="en-GB" sz="100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105335C-0EE8-C40F-54A4-2EE8E9CEA5D4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8226475" y="4574139"/>
            <a:ext cx="328864" cy="2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BE2D4FC-62B2-778B-0935-30A6ED5BC54B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7742582" y="4329321"/>
            <a:ext cx="0" cy="1567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38570EA-419E-D459-FB2C-EB941762DCF6}"/>
              </a:ext>
            </a:extLst>
          </p:cNvPr>
          <p:cNvSpPr/>
          <p:nvPr/>
        </p:nvSpPr>
        <p:spPr>
          <a:xfrm>
            <a:off x="9836088" y="4303137"/>
            <a:ext cx="1003390" cy="1760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0" dirty="0"/>
              <a:t>Extra Concepts</a:t>
            </a:r>
            <a:endParaRPr lang="en-GB" sz="1000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9D5AC64-9AE7-2A5C-FEB4-00A20C140A77}"/>
              </a:ext>
            </a:extLst>
          </p:cNvPr>
          <p:cNvSpPr/>
          <p:nvPr/>
        </p:nvSpPr>
        <p:spPr>
          <a:xfrm>
            <a:off x="9836088" y="4668038"/>
            <a:ext cx="1003390" cy="1760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0" dirty="0"/>
              <a:t>Hadoop Issues</a:t>
            </a:r>
            <a:endParaRPr lang="en-GB" sz="1000" dirty="0"/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0B171569-E994-B83C-72A6-2015115C8C3E}"/>
              </a:ext>
            </a:extLst>
          </p:cNvPr>
          <p:cNvCxnSpPr>
            <a:stCxn id="8" idx="3"/>
            <a:endCxn id="11" idx="1"/>
          </p:cNvCxnSpPr>
          <p:nvPr/>
        </p:nvCxnSpPr>
        <p:spPr>
          <a:xfrm flipV="1">
            <a:off x="9523125" y="4391179"/>
            <a:ext cx="312963" cy="18321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7EC5133D-9BD3-9DBC-0EF9-99641034CF85}"/>
              </a:ext>
            </a:extLst>
          </p:cNvPr>
          <p:cNvCxnSpPr>
            <a:cxnSpLocks/>
            <a:stCxn id="8" idx="3"/>
            <a:endCxn id="12" idx="1"/>
          </p:cNvCxnSpPr>
          <p:nvPr/>
        </p:nvCxnSpPr>
        <p:spPr>
          <a:xfrm>
            <a:off x="9523125" y="4574390"/>
            <a:ext cx="312963" cy="18169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E7E1253-3BFC-DCBF-C3B3-518167D1BEA0}"/>
              </a:ext>
            </a:extLst>
          </p:cNvPr>
          <p:cNvSpPr/>
          <p:nvPr/>
        </p:nvSpPr>
        <p:spPr>
          <a:xfrm>
            <a:off x="7255693" y="5203526"/>
            <a:ext cx="967786" cy="1760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Spark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3665ACE-FCE9-BD9F-D47A-15C3E78D710D}"/>
              </a:ext>
            </a:extLst>
          </p:cNvPr>
          <p:cNvSpPr/>
          <p:nvPr/>
        </p:nvSpPr>
        <p:spPr>
          <a:xfrm>
            <a:off x="8535658" y="5046599"/>
            <a:ext cx="1019513" cy="1760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DAGs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CCA0FA7-1A53-FE3B-BD8F-D5A302C866EE}"/>
              </a:ext>
            </a:extLst>
          </p:cNvPr>
          <p:cNvCxnSpPr>
            <a:cxnSpLocks/>
            <a:endCxn id="15" idx="0"/>
          </p:cNvCxnSpPr>
          <p:nvPr/>
        </p:nvCxnSpPr>
        <p:spPr>
          <a:xfrm flipH="1">
            <a:off x="7739586" y="4662181"/>
            <a:ext cx="2996" cy="5413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99FC0391-4849-6E69-F7EC-2DCB5D71146F}"/>
              </a:ext>
            </a:extLst>
          </p:cNvPr>
          <p:cNvCxnSpPr>
            <a:cxnSpLocks/>
            <a:stCxn id="15" idx="3"/>
            <a:endCxn id="16" idx="1"/>
          </p:cNvCxnSpPr>
          <p:nvPr/>
        </p:nvCxnSpPr>
        <p:spPr>
          <a:xfrm flipV="1">
            <a:off x="8223479" y="5134641"/>
            <a:ext cx="312179" cy="15692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35AB20A-DE01-DE5E-694F-153A90F21AED}"/>
              </a:ext>
            </a:extLst>
          </p:cNvPr>
          <p:cNvSpPr/>
          <p:nvPr/>
        </p:nvSpPr>
        <p:spPr>
          <a:xfrm>
            <a:off x="9836088" y="5128353"/>
            <a:ext cx="1224075" cy="34084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Transformations and Actions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718CF52-0463-5547-1C35-B6576B447226}"/>
              </a:ext>
            </a:extLst>
          </p:cNvPr>
          <p:cNvSpPr/>
          <p:nvPr/>
        </p:nvSpPr>
        <p:spPr>
          <a:xfrm>
            <a:off x="8541355" y="5406003"/>
            <a:ext cx="1019513" cy="31646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Spark Architecture</a:t>
            </a:r>
          </a:p>
        </p:txBody>
      </p: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BE4F00A2-52EA-2397-60EF-1A2A068EB6A0}"/>
              </a:ext>
            </a:extLst>
          </p:cNvPr>
          <p:cNvCxnSpPr>
            <a:cxnSpLocks/>
            <a:stCxn id="22" idx="3"/>
            <a:endCxn id="21" idx="1"/>
          </p:cNvCxnSpPr>
          <p:nvPr/>
        </p:nvCxnSpPr>
        <p:spPr>
          <a:xfrm flipV="1">
            <a:off x="9560868" y="5298775"/>
            <a:ext cx="275220" cy="26545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AFCB4DE1-691C-BA1B-E0DB-C7219B07317A}"/>
              </a:ext>
            </a:extLst>
          </p:cNvPr>
          <p:cNvCxnSpPr>
            <a:cxnSpLocks/>
            <a:endCxn id="21" idx="1"/>
          </p:cNvCxnSpPr>
          <p:nvPr/>
        </p:nvCxnSpPr>
        <p:spPr>
          <a:xfrm>
            <a:off x="9555171" y="5134641"/>
            <a:ext cx="280917" cy="16413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EFBB9EA-6ED7-E285-2E42-370255CCA4FD}"/>
              </a:ext>
            </a:extLst>
          </p:cNvPr>
          <p:cNvSpPr/>
          <p:nvPr/>
        </p:nvSpPr>
        <p:spPr>
          <a:xfrm>
            <a:off x="9836087" y="5665385"/>
            <a:ext cx="1224075" cy="1760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0" dirty="0"/>
              <a:t>Pros and Cons</a:t>
            </a:r>
            <a:endParaRPr lang="en-GB" sz="1000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4359972-162C-6223-6B59-B1B55851582B}"/>
              </a:ext>
            </a:extLst>
          </p:cNvPr>
          <p:cNvCxnSpPr>
            <a:cxnSpLocks/>
            <a:stCxn id="21" idx="2"/>
            <a:endCxn id="25" idx="0"/>
          </p:cNvCxnSpPr>
          <p:nvPr/>
        </p:nvCxnSpPr>
        <p:spPr>
          <a:xfrm flipH="1">
            <a:off x="10448125" y="5469196"/>
            <a:ext cx="1" cy="1961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3241BCED-4743-17A4-C8F3-76DAEDC8774C}"/>
              </a:ext>
            </a:extLst>
          </p:cNvPr>
          <p:cNvSpPr/>
          <p:nvPr/>
        </p:nvSpPr>
        <p:spPr>
          <a:xfrm>
            <a:off x="7253840" y="5823762"/>
            <a:ext cx="967786" cy="176084"/>
          </a:xfrm>
          <a:prstGeom prst="round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Streaming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071F3D1-31CA-2C9F-7285-D289B7517D5D}"/>
              </a:ext>
            </a:extLst>
          </p:cNvPr>
          <p:cNvCxnSpPr>
            <a:cxnSpLocks/>
          </p:cNvCxnSpPr>
          <p:nvPr/>
        </p:nvCxnSpPr>
        <p:spPr>
          <a:xfrm flipH="1">
            <a:off x="7737733" y="5379610"/>
            <a:ext cx="1853" cy="4441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DD80319-F73E-701A-BCC0-B1C407E7F81B}"/>
              </a:ext>
            </a:extLst>
          </p:cNvPr>
          <p:cNvSpPr/>
          <p:nvPr/>
        </p:nvSpPr>
        <p:spPr>
          <a:xfrm>
            <a:off x="4675477" y="946151"/>
            <a:ext cx="2429835" cy="1831802"/>
          </a:xfrm>
          <a:prstGeom prst="roundRect">
            <a:avLst/>
          </a:prstGeom>
          <a:solidFill>
            <a:schemeClr val="bg1">
              <a:alpha val="6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EE984B4-4220-23F8-EACC-D97AF9C9E27D}"/>
              </a:ext>
            </a:extLst>
          </p:cNvPr>
          <p:cNvSpPr/>
          <p:nvPr/>
        </p:nvSpPr>
        <p:spPr>
          <a:xfrm>
            <a:off x="4933312" y="2771388"/>
            <a:ext cx="3498655" cy="1626667"/>
          </a:xfrm>
          <a:prstGeom prst="roundRect">
            <a:avLst/>
          </a:prstGeom>
          <a:solidFill>
            <a:schemeClr val="bg1">
              <a:alpha val="6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0A51DEB9-2F1A-F342-B635-B4EE632F16F6}"/>
              </a:ext>
            </a:extLst>
          </p:cNvPr>
          <p:cNvSpPr/>
          <p:nvPr/>
        </p:nvSpPr>
        <p:spPr>
          <a:xfrm>
            <a:off x="7105312" y="4345177"/>
            <a:ext cx="1193738" cy="1799311"/>
          </a:xfrm>
          <a:prstGeom prst="roundRect">
            <a:avLst/>
          </a:prstGeom>
          <a:solidFill>
            <a:schemeClr val="bg1">
              <a:alpha val="6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A07293C8-7282-A727-2598-4F6B46FACC03}"/>
              </a:ext>
            </a:extLst>
          </p:cNvPr>
          <p:cNvSpPr/>
          <p:nvPr/>
        </p:nvSpPr>
        <p:spPr>
          <a:xfrm>
            <a:off x="8282269" y="4052983"/>
            <a:ext cx="2954120" cy="809911"/>
          </a:xfrm>
          <a:prstGeom prst="roundRect">
            <a:avLst/>
          </a:prstGeom>
          <a:solidFill>
            <a:schemeClr val="bg1">
              <a:alpha val="6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31D5889-F8DA-62CA-8C98-5B8A0A143450}"/>
              </a:ext>
            </a:extLst>
          </p:cNvPr>
          <p:cNvSpPr/>
          <p:nvPr/>
        </p:nvSpPr>
        <p:spPr>
          <a:xfrm>
            <a:off x="8277419" y="4821251"/>
            <a:ext cx="3482779" cy="1323237"/>
          </a:xfrm>
          <a:prstGeom prst="roundRect">
            <a:avLst/>
          </a:prstGeom>
          <a:solidFill>
            <a:schemeClr val="bg1">
              <a:alpha val="6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A4E0587-33E4-8824-60D9-C7C8AEB55637}"/>
              </a:ext>
            </a:extLst>
          </p:cNvPr>
          <p:cNvCxnSpPr>
            <a:cxnSpLocks/>
          </p:cNvCxnSpPr>
          <p:nvPr/>
        </p:nvCxnSpPr>
        <p:spPr>
          <a:xfrm flipH="1">
            <a:off x="4423454" y="3174619"/>
            <a:ext cx="9285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2EFB12F8-82B6-C863-B76D-702E8B76B151}"/>
              </a:ext>
            </a:extLst>
          </p:cNvPr>
          <p:cNvSpPr/>
          <p:nvPr/>
        </p:nvSpPr>
        <p:spPr>
          <a:xfrm>
            <a:off x="3497126" y="4296527"/>
            <a:ext cx="779507" cy="176084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HDFS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D77CF05-A251-5A88-A830-7E7A9AE2C138}"/>
              </a:ext>
            </a:extLst>
          </p:cNvPr>
          <p:cNvCxnSpPr>
            <a:cxnSpLocks/>
          </p:cNvCxnSpPr>
          <p:nvPr/>
        </p:nvCxnSpPr>
        <p:spPr>
          <a:xfrm flipH="1">
            <a:off x="3894171" y="3350703"/>
            <a:ext cx="2" cy="3130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36FA1E8-3072-E9F5-6BBB-792D050FCAF6}"/>
              </a:ext>
            </a:extLst>
          </p:cNvPr>
          <p:cNvCxnSpPr>
            <a:cxnSpLocks/>
            <a:endCxn id="35" idx="0"/>
          </p:cNvCxnSpPr>
          <p:nvPr/>
        </p:nvCxnSpPr>
        <p:spPr>
          <a:xfrm flipH="1">
            <a:off x="3886880" y="3839860"/>
            <a:ext cx="7291" cy="4566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8085D798-85C9-649B-8745-479209F3AC75}"/>
              </a:ext>
            </a:extLst>
          </p:cNvPr>
          <p:cNvSpPr/>
          <p:nvPr/>
        </p:nvSpPr>
        <p:spPr>
          <a:xfrm>
            <a:off x="3364891" y="2998535"/>
            <a:ext cx="1058563" cy="352168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Persistent Storage Primer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A7BDC29A-A28E-9D92-5890-F0A6A7D333BE}"/>
              </a:ext>
            </a:extLst>
          </p:cNvPr>
          <p:cNvSpPr/>
          <p:nvPr/>
        </p:nvSpPr>
        <p:spPr>
          <a:xfrm>
            <a:off x="3485232" y="3961434"/>
            <a:ext cx="791401" cy="176084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NFS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F9217D3D-A29A-5D0E-4140-9B8B8D4DF719}"/>
              </a:ext>
            </a:extLst>
          </p:cNvPr>
          <p:cNvSpPr/>
          <p:nvPr/>
        </p:nvSpPr>
        <p:spPr>
          <a:xfrm>
            <a:off x="3112864" y="3663776"/>
            <a:ext cx="1562613" cy="176084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Distributed Storage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4D730540-6C06-2686-851E-D2B57EB6804F}"/>
              </a:ext>
            </a:extLst>
          </p:cNvPr>
          <p:cNvSpPr/>
          <p:nvPr/>
        </p:nvSpPr>
        <p:spPr>
          <a:xfrm>
            <a:off x="3467661" y="4838254"/>
            <a:ext cx="838434" cy="309459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HDFS Reads and Writes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E62154B-F0B3-AD66-1458-8CB183A48B3B}"/>
              </a:ext>
            </a:extLst>
          </p:cNvPr>
          <p:cNvCxnSpPr>
            <a:cxnSpLocks/>
            <a:endCxn id="41" idx="0"/>
          </p:cNvCxnSpPr>
          <p:nvPr/>
        </p:nvCxnSpPr>
        <p:spPr>
          <a:xfrm flipH="1">
            <a:off x="3886878" y="4472611"/>
            <a:ext cx="2" cy="3656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16839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15A79-2E41-94DF-6C0C-7DC30F0FA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Week 6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CFD2747-D7E6-C927-57A3-34E9415E6B49}"/>
              </a:ext>
            </a:extLst>
          </p:cNvPr>
          <p:cNvSpPr/>
          <p:nvPr/>
        </p:nvSpPr>
        <p:spPr>
          <a:xfrm>
            <a:off x="5451890" y="1812287"/>
            <a:ext cx="858796" cy="3521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Types of Big Data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244ACBA-47B8-97A7-AE04-FC6F58E2A765}"/>
              </a:ext>
            </a:extLst>
          </p:cNvPr>
          <p:cNvSpPr/>
          <p:nvPr/>
        </p:nvSpPr>
        <p:spPr>
          <a:xfrm>
            <a:off x="4909064" y="2406441"/>
            <a:ext cx="858796" cy="3521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Hardware Primer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5F22B519-DC02-DD90-C3D7-C4F6A9A767FB}"/>
              </a:ext>
            </a:extLst>
          </p:cNvPr>
          <p:cNvSpPr/>
          <p:nvPr/>
        </p:nvSpPr>
        <p:spPr>
          <a:xfrm>
            <a:off x="6037648" y="2405411"/>
            <a:ext cx="858796" cy="3521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Service Needs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1A5D8E5-A05B-C79F-B86F-603ED127FF32}"/>
              </a:ext>
            </a:extLst>
          </p:cNvPr>
          <p:cNvSpPr/>
          <p:nvPr/>
        </p:nvSpPr>
        <p:spPr>
          <a:xfrm>
            <a:off x="5352006" y="2998535"/>
            <a:ext cx="1058563" cy="3521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Horizontal vs. Vertical Scaling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5FAE15F7-7A6A-F246-62A8-BD6A04124BB1}"/>
              </a:ext>
            </a:extLst>
          </p:cNvPr>
          <p:cNvSpPr/>
          <p:nvPr/>
        </p:nvSpPr>
        <p:spPr>
          <a:xfrm>
            <a:off x="7208453" y="2998535"/>
            <a:ext cx="1058563" cy="3521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Parallel Compute</a:t>
            </a:r>
          </a:p>
        </p:txBody>
      </p: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DE2A796F-D81E-1A21-6D96-E68E293EB9BD}"/>
              </a:ext>
            </a:extLst>
          </p:cNvPr>
          <p:cNvCxnSpPr>
            <a:cxnSpLocks/>
            <a:stCxn id="18" idx="2"/>
            <a:endCxn id="19" idx="0"/>
          </p:cNvCxnSpPr>
          <p:nvPr/>
        </p:nvCxnSpPr>
        <p:spPr>
          <a:xfrm rot="5400000">
            <a:off x="5488882" y="2014035"/>
            <a:ext cx="241986" cy="54282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5FC829E0-C19B-C595-B863-D8DC7E489692}"/>
              </a:ext>
            </a:extLst>
          </p:cNvPr>
          <p:cNvCxnSpPr>
            <a:cxnSpLocks/>
            <a:stCxn id="18" idx="2"/>
            <a:endCxn id="51" idx="0"/>
          </p:cNvCxnSpPr>
          <p:nvPr/>
        </p:nvCxnSpPr>
        <p:spPr>
          <a:xfrm rot="16200000" flipH="1">
            <a:off x="6053689" y="1992054"/>
            <a:ext cx="240956" cy="58575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4C0ECDF2-30CC-5E99-143B-7E9F0D4F0D28}"/>
              </a:ext>
            </a:extLst>
          </p:cNvPr>
          <p:cNvCxnSpPr>
            <a:cxnSpLocks/>
            <a:stCxn id="51" idx="2"/>
            <a:endCxn id="56" idx="0"/>
          </p:cNvCxnSpPr>
          <p:nvPr/>
        </p:nvCxnSpPr>
        <p:spPr>
          <a:xfrm rot="5400000">
            <a:off x="6053689" y="2585178"/>
            <a:ext cx="240956" cy="58575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45F27A6A-F3F4-F90A-06FF-2649C9A97428}"/>
              </a:ext>
            </a:extLst>
          </p:cNvPr>
          <p:cNvCxnSpPr>
            <a:cxnSpLocks/>
            <a:stCxn id="19" idx="2"/>
            <a:endCxn id="56" idx="0"/>
          </p:cNvCxnSpPr>
          <p:nvPr/>
        </p:nvCxnSpPr>
        <p:spPr>
          <a:xfrm rot="16200000" flipH="1">
            <a:off x="5489912" y="2607159"/>
            <a:ext cx="239926" cy="54282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713C255F-3A56-D11C-24DE-1D061BD5DCD8}"/>
              </a:ext>
            </a:extLst>
          </p:cNvPr>
          <p:cNvCxnSpPr>
            <a:cxnSpLocks/>
            <a:stCxn id="56" idx="3"/>
            <a:endCxn id="58" idx="1"/>
          </p:cNvCxnSpPr>
          <p:nvPr/>
        </p:nvCxnSpPr>
        <p:spPr>
          <a:xfrm>
            <a:off x="6410569" y="3174619"/>
            <a:ext cx="7978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BED1034-3E7E-E468-AA29-70F7E57AD0BC}"/>
              </a:ext>
            </a:extLst>
          </p:cNvPr>
          <p:cNvSpPr/>
          <p:nvPr/>
        </p:nvSpPr>
        <p:spPr>
          <a:xfrm>
            <a:off x="7258689" y="4153237"/>
            <a:ext cx="967786" cy="1760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MapReduce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4010934-EF3D-88F4-96CA-CBE96BC60CF8}"/>
              </a:ext>
            </a:extLst>
          </p:cNvPr>
          <p:cNvSpPr/>
          <p:nvPr/>
        </p:nvSpPr>
        <p:spPr>
          <a:xfrm>
            <a:off x="7105312" y="3587142"/>
            <a:ext cx="1264843" cy="34551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Work Distribution Challenges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0173B12-7F4C-44D6-1EDB-AB17285BC2E0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7737734" y="3350703"/>
            <a:ext cx="1" cy="2364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E3CE129-616C-F6B1-7866-1617F4E190FF}"/>
              </a:ext>
            </a:extLst>
          </p:cNvPr>
          <p:cNvCxnSpPr>
            <a:cxnSpLocks/>
            <a:stCxn id="4" idx="2"/>
            <a:endCxn id="3" idx="0"/>
          </p:cNvCxnSpPr>
          <p:nvPr/>
        </p:nvCxnSpPr>
        <p:spPr>
          <a:xfrm>
            <a:off x="7737734" y="3932655"/>
            <a:ext cx="4848" cy="2205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195AC92-768A-3277-5C41-6A840F3A9876}"/>
              </a:ext>
            </a:extLst>
          </p:cNvPr>
          <p:cNvSpPr/>
          <p:nvPr/>
        </p:nvSpPr>
        <p:spPr>
          <a:xfrm>
            <a:off x="7258689" y="4486097"/>
            <a:ext cx="967786" cy="1760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Hadoop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1BA5413-5323-B0BA-DDBC-EEAEDC78B838}"/>
              </a:ext>
            </a:extLst>
          </p:cNvPr>
          <p:cNvSpPr/>
          <p:nvPr/>
        </p:nvSpPr>
        <p:spPr>
          <a:xfrm>
            <a:off x="8555339" y="4415571"/>
            <a:ext cx="967786" cy="31763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0" dirty="0"/>
              <a:t>Hadoop Execution</a:t>
            </a:r>
            <a:endParaRPr lang="en-GB" sz="100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105335C-0EE8-C40F-54A4-2EE8E9CEA5D4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8226475" y="4574139"/>
            <a:ext cx="328864" cy="2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BE2D4FC-62B2-778B-0935-30A6ED5BC54B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7742582" y="4329321"/>
            <a:ext cx="0" cy="1567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38570EA-419E-D459-FB2C-EB941762DCF6}"/>
              </a:ext>
            </a:extLst>
          </p:cNvPr>
          <p:cNvSpPr/>
          <p:nvPr/>
        </p:nvSpPr>
        <p:spPr>
          <a:xfrm>
            <a:off x="9836088" y="4303137"/>
            <a:ext cx="1003390" cy="1760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0" dirty="0"/>
              <a:t>Extra Concepts</a:t>
            </a:r>
            <a:endParaRPr lang="en-GB" sz="1000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9D5AC64-9AE7-2A5C-FEB4-00A20C140A77}"/>
              </a:ext>
            </a:extLst>
          </p:cNvPr>
          <p:cNvSpPr/>
          <p:nvPr/>
        </p:nvSpPr>
        <p:spPr>
          <a:xfrm>
            <a:off x="9836088" y="4668038"/>
            <a:ext cx="1003390" cy="1760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0" dirty="0"/>
              <a:t>Hadoop Issues</a:t>
            </a:r>
            <a:endParaRPr lang="en-GB" sz="1000" dirty="0"/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0B171569-E994-B83C-72A6-2015115C8C3E}"/>
              </a:ext>
            </a:extLst>
          </p:cNvPr>
          <p:cNvCxnSpPr>
            <a:stCxn id="8" idx="3"/>
            <a:endCxn id="11" idx="1"/>
          </p:cNvCxnSpPr>
          <p:nvPr/>
        </p:nvCxnSpPr>
        <p:spPr>
          <a:xfrm flipV="1">
            <a:off x="9523125" y="4391179"/>
            <a:ext cx="312963" cy="18321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7EC5133D-9BD3-9DBC-0EF9-99641034CF85}"/>
              </a:ext>
            </a:extLst>
          </p:cNvPr>
          <p:cNvCxnSpPr>
            <a:cxnSpLocks/>
            <a:stCxn id="8" idx="3"/>
            <a:endCxn id="12" idx="1"/>
          </p:cNvCxnSpPr>
          <p:nvPr/>
        </p:nvCxnSpPr>
        <p:spPr>
          <a:xfrm>
            <a:off x="9523125" y="4574390"/>
            <a:ext cx="312963" cy="18169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E7E1253-3BFC-DCBF-C3B3-518167D1BEA0}"/>
              </a:ext>
            </a:extLst>
          </p:cNvPr>
          <p:cNvSpPr/>
          <p:nvPr/>
        </p:nvSpPr>
        <p:spPr>
          <a:xfrm>
            <a:off x="7255693" y="5203526"/>
            <a:ext cx="967786" cy="1760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Spark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3665ACE-FCE9-BD9F-D47A-15C3E78D710D}"/>
              </a:ext>
            </a:extLst>
          </p:cNvPr>
          <p:cNvSpPr/>
          <p:nvPr/>
        </p:nvSpPr>
        <p:spPr>
          <a:xfrm>
            <a:off x="8535658" y="5046599"/>
            <a:ext cx="1019513" cy="1760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DAGs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CCA0FA7-1A53-FE3B-BD8F-D5A302C866EE}"/>
              </a:ext>
            </a:extLst>
          </p:cNvPr>
          <p:cNvCxnSpPr>
            <a:cxnSpLocks/>
            <a:endCxn id="15" idx="0"/>
          </p:cNvCxnSpPr>
          <p:nvPr/>
        </p:nvCxnSpPr>
        <p:spPr>
          <a:xfrm flipH="1">
            <a:off x="7739586" y="4662181"/>
            <a:ext cx="2996" cy="5413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99FC0391-4849-6E69-F7EC-2DCB5D71146F}"/>
              </a:ext>
            </a:extLst>
          </p:cNvPr>
          <p:cNvCxnSpPr>
            <a:cxnSpLocks/>
            <a:stCxn id="15" idx="3"/>
            <a:endCxn id="16" idx="1"/>
          </p:cNvCxnSpPr>
          <p:nvPr/>
        </p:nvCxnSpPr>
        <p:spPr>
          <a:xfrm flipV="1">
            <a:off x="8223479" y="5134641"/>
            <a:ext cx="312179" cy="15692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35AB20A-DE01-DE5E-694F-153A90F21AED}"/>
              </a:ext>
            </a:extLst>
          </p:cNvPr>
          <p:cNvSpPr/>
          <p:nvPr/>
        </p:nvSpPr>
        <p:spPr>
          <a:xfrm>
            <a:off x="9836088" y="5128353"/>
            <a:ext cx="1224075" cy="34084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Transformations and Actions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718CF52-0463-5547-1C35-B6576B447226}"/>
              </a:ext>
            </a:extLst>
          </p:cNvPr>
          <p:cNvSpPr/>
          <p:nvPr/>
        </p:nvSpPr>
        <p:spPr>
          <a:xfrm>
            <a:off x="8541355" y="5406003"/>
            <a:ext cx="1019513" cy="31646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Spark Architecture</a:t>
            </a:r>
          </a:p>
        </p:txBody>
      </p: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BE4F00A2-52EA-2397-60EF-1A2A068EB6A0}"/>
              </a:ext>
            </a:extLst>
          </p:cNvPr>
          <p:cNvCxnSpPr>
            <a:cxnSpLocks/>
            <a:stCxn id="22" idx="3"/>
            <a:endCxn id="21" idx="1"/>
          </p:cNvCxnSpPr>
          <p:nvPr/>
        </p:nvCxnSpPr>
        <p:spPr>
          <a:xfrm flipV="1">
            <a:off x="9560868" y="5298775"/>
            <a:ext cx="275220" cy="26545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AFCB4DE1-691C-BA1B-E0DB-C7219B07317A}"/>
              </a:ext>
            </a:extLst>
          </p:cNvPr>
          <p:cNvCxnSpPr>
            <a:cxnSpLocks/>
            <a:endCxn id="21" idx="1"/>
          </p:cNvCxnSpPr>
          <p:nvPr/>
        </p:nvCxnSpPr>
        <p:spPr>
          <a:xfrm>
            <a:off x="9555171" y="5134641"/>
            <a:ext cx="280917" cy="16413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EFBB9EA-6ED7-E285-2E42-370255CCA4FD}"/>
              </a:ext>
            </a:extLst>
          </p:cNvPr>
          <p:cNvSpPr/>
          <p:nvPr/>
        </p:nvSpPr>
        <p:spPr>
          <a:xfrm>
            <a:off x="9836087" y="5665385"/>
            <a:ext cx="1224075" cy="1760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0" dirty="0"/>
              <a:t>Pros and Cons</a:t>
            </a:r>
            <a:endParaRPr lang="en-GB" sz="1000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4359972-162C-6223-6B59-B1B55851582B}"/>
              </a:ext>
            </a:extLst>
          </p:cNvPr>
          <p:cNvCxnSpPr>
            <a:cxnSpLocks/>
            <a:stCxn id="21" idx="2"/>
            <a:endCxn id="25" idx="0"/>
          </p:cNvCxnSpPr>
          <p:nvPr/>
        </p:nvCxnSpPr>
        <p:spPr>
          <a:xfrm flipH="1">
            <a:off x="10448125" y="5469196"/>
            <a:ext cx="1" cy="1961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3241BCED-4743-17A4-C8F3-76DAEDC8774C}"/>
              </a:ext>
            </a:extLst>
          </p:cNvPr>
          <p:cNvSpPr/>
          <p:nvPr/>
        </p:nvSpPr>
        <p:spPr>
          <a:xfrm>
            <a:off x="7253840" y="5823762"/>
            <a:ext cx="967786" cy="176084"/>
          </a:xfrm>
          <a:prstGeom prst="round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Streaming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071F3D1-31CA-2C9F-7285-D289B7517D5D}"/>
              </a:ext>
            </a:extLst>
          </p:cNvPr>
          <p:cNvCxnSpPr>
            <a:cxnSpLocks/>
          </p:cNvCxnSpPr>
          <p:nvPr/>
        </p:nvCxnSpPr>
        <p:spPr>
          <a:xfrm flipH="1">
            <a:off x="7737733" y="5379610"/>
            <a:ext cx="1853" cy="4441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DD80319-F73E-701A-BCC0-B1C407E7F81B}"/>
              </a:ext>
            </a:extLst>
          </p:cNvPr>
          <p:cNvSpPr/>
          <p:nvPr/>
        </p:nvSpPr>
        <p:spPr>
          <a:xfrm>
            <a:off x="4675477" y="946151"/>
            <a:ext cx="2429835" cy="1831802"/>
          </a:xfrm>
          <a:prstGeom prst="roundRect">
            <a:avLst/>
          </a:prstGeom>
          <a:solidFill>
            <a:schemeClr val="bg1">
              <a:alpha val="6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EE984B4-4220-23F8-EACC-D97AF9C9E27D}"/>
              </a:ext>
            </a:extLst>
          </p:cNvPr>
          <p:cNvSpPr/>
          <p:nvPr/>
        </p:nvSpPr>
        <p:spPr>
          <a:xfrm>
            <a:off x="4933312" y="2771388"/>
            <a:ext cx="3498655" cy="1626667"/>
          </a:xfrm>
          <a:prstGeom prst="roundRect">
            <a:avLst/>
          </a:prstGeom>
          <a:solidFill>
            <a:schemeClr val="bg1">
              <a:alpha val="6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0A51DEB9-2F1A-F342-B635-B4EE632F16F6}"/>
              </a:ext>
            </a:extLst>
          </p:cNvPr>
          <p:cNvSpPr/>
          <p:nvPr/>
        </p:nvSpPr>
        <p:spPr>
          <a:xfrm>
            <a:off x="7105312" y="4345177"/>
            <a:ext cx="1193738" cy="1799311"/>
          </a:xfrm>
          <a:prstGeom prst="roundRect">
            <a:avLst/>
          </a:prstGeom>
          <a:solidFill>
            <a:schemeClr val="bg1">
              <a:alpha val="6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A07293C8-7282-A727-2598-4F6B46FACC03}"/>
              </a:ext>
            </a:extLst>
          </p:cNvPr>
          <p:cNvSpPr/>
          <p:nvPr/>
        </p:nvSpPr>
        <p:spPr>
          <a:xfrm>
            <a:off x="8282269" y="4052983"/>
            <a:ext cx="2954120" cy="809911"/>
          </a:xfrm>
          <a:prstGeom prst="roundRect">
            <a:avLst/>
          </a:prstGeom>
          <a:solidFill>
            <a:schemeClr val="bg1">
              <a:alpha val="6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31D5889-F8DA-62CA-8C98-5B8A0A143450}"/>
              </a:ext>
            </a:extLst>
          </p:cNvPr>
          <p:cNvSpPr/>
          <p:nvPr/>
        </p:nvSpPr>
        <p:spPr>
          <a:xfrm>
            <a:off x="8277419" y="4821251"/>
            <a:ext cx="3482779" cy="1323237"/>
          </a:xfrm>
          <a:prstGeom prst="roundRect">
            <a:avLst/>
          </a:prstGeom>
          <a:solidFill>
            <a:schemeClr val="bg1">
              <a:alpha val="6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A4E0587-33E4-8824-60D9-C7C8AEB55637}"/>
              </a:ext>
            </a:extLst>
          </p:cNvPr>
          <p:cNvCxnSpPr>
            <a:cxnSpLocks/>
          </p:cNvCxnSpPr>
          <p:nvPr/>
        </p:nvCxnSpPr>
        <p:spPr>
          <a:xfrm flipH="1">
            <a:off x="4423454" y="3174619"/>
            <a:ext cx="9285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2EFB12F8-82B6-C863-B76D-702E8B76B151}"/>
              </a:ext>
            </a:extLst>
          </p:cNvPr>
          <p:cNvSpPr/>
          <p:nvPr/>
        </p:nvSpPr>
        <p:spPr>
          <a:xfrm>
            <a:off x="3497126" y="4296527"/>
            <a:ext cx="779507" cy="1760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HDFS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D77CF05-A251-5A88-A830-7E7A9AE2C138}"/>
              </a:ext>
            </a:extLst>
          </p:cNvPr>
          <p:cNvCxnSpPr>
            <a:cxnSpLocks/>
          </p:cNvCxnSpPr>
          <p:nvPr/>
        </p:nvCxnSpPr>
        <p:spPr>
          <a:xfrm flipH="1">
            <a:off x="3894171" y="3350703"/>
            <a:ext cx="2" cy="3130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36FA1E8-3072-E9F5-6BBB-792D050FCAF6}"/>
              </a:ext>
            </a:extLst>
          </p:cNvPr>
          <p:cNvCxnSpPr>
            <a:cxnSpLocks/>
            <a:endCxn id="35" idx="0"/>
          </p:cNvCxnSpPr>
          <p:nvPr/>
        </p:nvCxnSpPr>
        <p:spPr>
          <a:xfrm flipH="1">
            <a:off x="3886880" y="3839860"/>
            <a:ext cx="7291" cy="4566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8085D798-85C9-649B-8745-479209F3AC75}"/>
              </a:ext>
            </a:extLst>
          </p:cNvPr>
          <p:cNvSpPr/>
          <p:nvPr/>
        </p:nvSpPr>
        <p:spPr>
          <a:xfrm>
            <a:off x="3364891" y="2998535"/>
            <a:ext cx="1058563" cy="3521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Persistent Storage Primer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A7BDC29A-A28E-9D92-5890-F0A6A7D333BE}"/>
              </a:ext>
            </a:extLst>
          </p:cNvPr>
          <p:cNvSpPr/>
          <p:nvPr/>
        </p:nvSpPr>
        <p:spPr>
          <a:xfrm>
            <a:off x="3485232" y="3961434"/>
            <a:ext cx="791401" cy="1760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NFS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F9217D3D-A29A-5D0E-4140-9B8B8D4DF719}"/>
              </a:ext>
            </a:extLst>
          </p:cNvPr>
          <p:cNvSpPr/>
          <p:nvPr/>
        </p:nvSpPr>
        <p:spPr>
          <a:xfrm>
            <a:off x="3112864" y="3663776"/>
            <a:ext cx="1562613" cy="1760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Distributed Storage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9A27BC77-92FB-703D-D6D8-52A414B50D87}"/>
              </a:ext>
            </a:extLst>
          </p:cNvPr>
          <p:cNvSpPr/>
          <p:nvPr/>
        </p:nvSpPr>
        <p:spPr>
          <a:xfrm>
            <a:off x="2359794" y="4287489"/>
            <a:ext cx="838434" cy="198608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HDFS Extras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C097A1F-8EF1-85C6-9502-7059A8455BC8}"/>
              </a:ext>
            </a:extLst>
          </p:cNvPr>
          <p:cNvCxnSpPr>
            <a:cxnSpLocks/>
            <a:endCxn id="41" idx="3"/>
          </p:cNvCxnSpPr>
          <p:nvPr/>
        </p:nvCxnSpPr>
        <p:spPr>
          <a:xfrm flipH="1">
            <a:off x="3198228" y="4384569"/>
            <a:ext cx="298898" cy="22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EA53C314-C52E-1CCE-B0F8-FD9E971F7352}"/>
              </a:ext>
            </a:extLst>
          </p:cNvPr>
          <p:cNvSpPr/>
          <p:nvPr/>
        </p:nvSpPr>
        <p:spPr>
          <a:xfrm>
            <a:off x="1775510" y="5344953"/>
            <a:ext cx="779507" cy="176084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LSM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A7DDB539-D216-DF6A-CEDA-A23F65898537}"/>
              </a:ext>
            </a:extLst>
          </p:cNvPr>
          <p:cNvSpPr/>
          <p:nvPr/>
        </p:nvSpPr>
        <p:spPr>
          <a:xfrm>
            <a:off x="1666579" y="5673773"/>
            <a:ext cx="997371" cy="176084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Bloom Filters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5C51C8E0-6B98-D4FC-B6B9-25D9A8337511}"/>
              </a:ext>
            </a:extLst>
          </p:cNvPr>
          <p:cNvCxnSpPr>
            <a:cxnSpLocks/>
            <a:stCxn id="43" idx="2"/>
            <a:endCxn id="44" idx="0"/>
          </p:cNvCxnSpPr>
          <p:nvPr/>
        </p:nvCxnSpPr>
        <p:spPr>
          <a:xfrm>
            <a:off x="2165264" y="5521037"/>
            <a:ext cx="1" cy="1527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044D5BB3-E11C-6B92-CA8A-C50A0F3039E4}"/>
              </a:ext>
            </a:extLst>
          </p:cNvPr>
          <p:cNvSpPr/>
          <p:nvPr/>
        </p:nvSpPr>
        <p:spPr>
          <a:xfrm>
            <a:off x="3467661" y="4838254"/>
            <a:ext cx="838434" cy="30945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HDFS Reads and Writes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748E90B6-1589-7C66-C83A-2104207B6711}"/>
              </a:ext>
            </a:extLst>
          </p:cNvPr>
          <p:cNvCxnSpPr>
            <a:cxnSpLocks/>
            <a:stCxn id="49" idx="1"/>
            <a:endCxn id="54" idx="3"/>
          </p:cNvCxnSpPr>
          <p:nvPr/>
        </p:nvCxnSpPr>
        <p:spPr>
          <a:xfrm flipH="1">
            <a:off x="2584481" y="4992984"/>
            <a:ext cx="883180" cy="113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33B4F2DA-A78E-9A47-D2DD-82DB6DB5C9AD}"/>
              </a:ext>
            </a:extLst>
          </p:cNvPr>
          <p:cNvCxnSpPr>
            <a:cxnSpLocks/>
            <a:endCxn id="49" idx="0"/>
          </p:cNvCxnSpPr>
          <p:nvPr/>
        </p:nvCxnSpPr>
        <p:spPr>
          <a:xfrm flipH="1">
            <a:off x="3886878" y="4472611"/>
            <a:ext cx="2" cy="3656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607A3E9B-12A3-90DC-26B4-128CB8ECEFA0}"/>
              </a:ext>
            </a:extLst>
          </p:cNvPr>
          <p:cNvSpPr/>
          <p:nvPr/>
        </p:nvSpPr>
        <p:spPr>
          <a:xfrm>
            <a:off x="1746047" y="4849582"/>
            <a:ext cx="838434" cy="309459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CAP and BASE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F96E86E-EF69-53E8-D232-8410B9E924F3}"/>
              </a:ext>
            </a:extLst>
          </p:cNvPr>
          <p:cNvCxnSpPr>
            <a:cxnSpLocks/>
            <a:stCxn id="54" idx="2"/>
          </p:cNvCxnSpPr>
          <p:nvPr/>
        </p:nvCxnSpPr>
        <p:spPr>
          <a:xfrm flipH="1">
            <a:off x="2156060" y="5159041"/>
            <a:ext cx="9204" cy="1973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99693DEE-D601-3706-7F2A-956010C4C47A}"/>
              </a:ext>
            </a:extLst>
          </p:cNvPr>
          <p:cNvSpPr/>
          <p:nvPr/>
        </p:nvSpPr>
        <p:spPr>
          <a:xfrm>
            <a:off x="3096799" y="2696993"/>
            <a:ext cx="1602918" cy="1508652"/>
          </a:xfrm>
          <a:prstGeom prst="roundRect">
            <a:avLst/>
          </a:prstGeom>
          <a:solidFill>
            <a:schemeClr val="bg1">
              <a:alpha val="6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99CBE965-87A9-C072-4072-363747336824}"/>
              </a:ext>
            </a:extLst>
          </p:cNvPr>
          <p:cNvSpPr/>
          <p:nvPr/>
        </p:nvSpPr>
        <p:spPr>
          <a:xfrm>
            <a:off x="3434835" y="4183638"/>
            <a:ext cx="1547329" cy="1181200"/>
          </a:xfrm>
          <a:prstGeom prst="roundRect">
            <a:avLst/>
          </a:prstGeom>
          <a:solidFill>
            <a:schemeClr val="bg1">
              <a:alpha val="6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12B4032D-4C52-D94E-5A1B-83683509E105}"/>
              </a:ext>
            </a:extLst>
          </p:cNvPr>
          <p:cNvCxnSpPr>
            <a:cxnSpLocks/>
          </p:cNvCxnSpPr>
          <p:nvPr/>
        </p:nvCxnSpPr>
        <p:spPr>
          <a:xfrm flipH="1">
            <a:off x="3198228" y="4384569"/>
            <a:ext cx="298898" cy="22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46409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15A79-2E41-94DF-6C0C-7DC30F0FA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Week 7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CFD2747-D7E6-C927-57A3-34E9415E6B49}"/>
              </a:ext>
            </a:extLst>
          </p:cNvPr>
          <p:cNvSpPr/>
          <p:nvPr/>
        </p:nvSpPr>
        <p:spPr>
          <a:xfrm>
            <a:off x="5451890" y="1812287"/>
            <a:ext cx="858796" cy="3521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Types of Big Data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244ACBA-47B8-97A7-AE04-FC6F58E2A765}"/>
              </a:ext>
            </a:extLst>
          </p:cNvPr>
          <p:cNvSpPr/>
          <p:nvPr/>
        </p:nvSpPr>
        <p:spPr>
          <a:xfrm>
            <a:off x="4909064" y="2406441"/>
            <a:ext cx="858796" cy="3521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Hardware Primer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5F22B519-DC02-DD90-C3D7-C4F6A9A767FB}"/>
              </a:ext>
            </a:extLst>
          </p:cNvPr>
          <p:cNvSpPr/>
          <p:nvPr/>
        </p:nvSpPr>
        <p:spPr>
          <a:xfrm>
            <a:off x="6037648" y="2405411"/>
            <a:ext cx="858796" cy="3521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Service Needs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1A5D8E5-A05B-C79F-B86F-603ED127FF32}"/>
              </a:ext>
            </a:extLst>
          </p:cNvPr>
          <p:cNvSpPr/>
          <p:nvPr/>
        </p:nvSpPr>
        <p:spPr>
          <a:xfrm>
            <a:off x="5352006" y="2998535"/>
            <a:ext cx="1058563" cy="3521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Horizontal vs. Vertical Scaling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5FAE15F7-7A6A-F246-62A8-BD6A04124BB1}"/>
              </a:ext>
            </a:extLst>
          </p:cNvPr>
          <p:cNvSpPr/>
          <p:nvPr/>
        </p:nvSpPr>
        <p:spPr>
          <a:xfrm>
            <a:off x="7208453" y="2998535"/>
            <a:ext cx="1058563" cy="3521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Parallel Compute</a:t>
            </a:r>
          </a:p>
        </p:txBody>
      </p: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DE2A796F-D81E-1A21-6D96-E68E293EB9BD}"/>
              </a:ext>
            </a:extLst>
          </p:cNvPr>
          <p:cNvCxnSpPr>
            <a:cxnSpLocks/>
            <a:stCxn id="18" idx="2"/>
            <a:endCxn id="19" idx="0"/>
          </p:cNvCxnSpPr>
          <p:nvPr/>
        </p:nvCxnSpPr>
        <p:spPr>
          <a:xfrm rot="5400000">
            <a:off x="5488882" y="2014035"/>
            <a:ext cx="241986" cy="54282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5FC829E0-C19B-C595-B863-D8DC7E489692}"/>
              </a:ext>
            </a:extLst>
          </p:cNvPr>
          <p:cNvCxnSpPr>
            <a:cxnSpLocks/>
            <a:stCxn id="18" idx="2"/>
            <a:endCxn id="51" idx="0"/>
          </p:cNvCxnSpPr>
          <p:nvPr/>
        </p:nvCxnSpPr>
        <p:spPr>
          <a:xfrm rot="16200000" flipH="1">
            <a:off x="6053689" y="1992054"/>
            <a:ext cx="240956" cy="58575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4C0ECDF2-30CC-5E99-143B-7E9F0D4F0D28}"/>
              </a:ext>
            </a:extLst>
          </p:cNvPr>
          <p:cNvCxnSpPr>
            <a:cxnSpLocks/>
            <a:stCxn id="51" idx="2"/>
            <a:endCxn id="56" idx="0"/>
          </p:cNvCxnSpPr>
          <p:nvPr/>
        </p:nvCxnSpPr>
        <p:spPr>
          <a:xfrm rot="5400000">
            <a:off x="6053689" y="2585178"/>
            <a:ext cx="240956" cy="58575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45F27A6A-F3F4-F90A-06FF-2649C9A97428}"/>
              </a:ext>
            </a:extLst>
          </p:cNvPr>
          <p:cNvCxnSpPr>
            <a:cxnSpLocks/>
            <a:stCxn id="19" idx="2"/>
            <a:endCxn id="56" idx="0"/>
          </p:cNvCxnSpPr>
          <p:nvPr/>
        </p:nvCxnSpPr>
        <p:spPr>
          <a:xfrm rot="16200000" flipH="1">
            <a:off x="5489912" y="2607159"/>
            <a:ext cx="239926" cy="54282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713C255F-3A56-D11C-24DE-1D061BD5DCD8}"/>
              </a:ext>
            </a:extLst>
          </p:cNvPr>
          <p:cNvCxnSpPr>
            <a:cxnSpLocks/>
            <a:stCxn id="56" idx="3"/>
            <a:endCxn id="58" idx="1"/>
          </p:cNvCxnSpPr>
          <p:nvPr/>
        </p:nvCxnSpPr>
        <p:spPr>
          <a:xfrm>
            <a:off x="6410569" y="3174619"/>
            <a:ext cx="7978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BED1034-3E7E-E468-AA29-70F7E57AD0BC}"/>
              </a:ext>
            </a:extLst>
          </p:cNvPr>
          <p:cNvSpPr/>
          <p:nvPr/>
        </p:nvSpPr>
        <p:spPr>
          <a:xfrm>
            <a:off x="7258689" y="4153237"/>
            <a:ext cx="967786" cy="1760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MapReduce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4010934-EF3D-88F4-96CA-CBE96BC60CF8}"/>
              </a:ext>
            </a:extLst>
          </p:cNvPr>
          <p:cNvSpPr/>
          <p:nvPr/>
        </p:nvSpPr>
        <p:spPr>
          <a:xfrm>
            <a:off x="7105312" y="3587142"/>
            <a:ext cx="1264843" cy="34551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Work Distribution Challenges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0173B12-7F4C-44D6-1EDB-AB17285BC2E0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7737734" y="3350703"/>
            <a:ext cx="1" cy="2364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E3CE129-616C-F6B1-7866-1617F4E190FF}"/>
              </a:ext>
            </a:extLst>
          </p:cNvPr>
          <p:cNvCxnSpPr>
            <a:cxnSpLocks/>
            <a:stCxn id="4" idx="2"/>
            <a:endCxn id="3" idx="0"/>
          </p:cNvCxnSpPr>
          <p:nvPr/>
        </p:nvCxnSpPr>
        <p:spPr>
          <a:xfrm>
            <a:off x="7737734" y="3932655"/>
            <a:ext cx="4848" cy="2205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195AC92-768A-3277-5C41-6A840F3A9876}"/>
              </a:ext>
            </a:extLst>
          </p:cNvPr>
          <p:cNvSpPr/>
          <p:nvPr/>
        </p:nvSpPr>
        <p:spPr>
          <a:xfrm>
            <a:off x="7258689" y="4486097"/>
            <a:ext cx="967786" cy="1760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Hadoop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1BA5413-5323-B0BA-DDBC-EEAEDC78B838}"/>
              </a:ext>
            </a:extLst>
          </p:cNvPr>
          <p:cNvSpPr/>
          <p:nvPr/>
        </p:nvSpPr>
        <p:spPr>
          <a:xfrm>
            <a:off x="8555339" y="4415571"/>
            <a:ext cx="967786" cy="31763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0" dirty="0"/>
              <a:t>Hadoop Execution</a:t>
            </a:r>
            <a:endParaRPr lang="en-GB" sz="100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105335C-0EE8-C40F-54A4-2EE8E9CEA5D4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8226475" y="4574139"/>
            <a:ext cx="328864" cy="2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BE2D4FC-62B2-778B-0935-30A6ED5BC54B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7742582" y="4329321"/>
            <a:ext cx="0" cy="1567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38570EA-419E-D459-FB2C-EB941762DCF6}"/>
              </a:ext>
            </a:extLst>
          </p:cNvPr>
          <p:cNvSpPr/>
          <p:nvPr/>
        </p:nvSpPr>
        <p:spPr>
          <a:xfrm>
            <a:off x="9836088" y="4303137"/>
            <a:ext cx="1003390" cy="1760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0" dirty="0"/>
              <a:t>Extra Concepts</a:t>
            </a:r>
            <a:endParaRPr lang="en-GB" sz="1000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9D5AC64-9AE7-2A5C-FEB4-00A20C140A77}"/>
              </a:ext>
            </a:extLst>
          </p:cNvPr>
          <p:cNvSpPr/>
          <p:nvPr/>
        </p:nvSpPr>
        <p:spPr>
          <a:xfrm>
            <a:off x="9836088" y="4668038"/>
            <a:ext cx="1003390" cy="1760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0" dirty="0"/>
              <a:t>Hadoop Issues</a:t>
            </a:r>
            <a:endParaRPr lang="en-GB" sz="1000" dirty="0"/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0B171569-E994-B83C-72A6-2015115C8C3E}"/>
              </a:ext>
            </a:extLst>
          </p:cNvPr>
          <p:cNvCxnSpPr>
            <a:stCxn id="8" idx="3"/>
            <a:endCxn id="11" idx="1"/>
          </p:cNvCxnSpPr>
          <p:nvPr/>
        </p:nvCxnSpPr>
        <p:spPr>
          <a:xfrm flipV="1">
            <a:off x="9523125" y="4391179"/>
            <a:ext cx="312963" cy="18321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7EC5133D-9BD3-9DBC-0EF9-99641034CF85}"/>
              </a:ext>
            </a:extLst>
          </p:cNvPr>
          <p:cNvCxnSpPr>
            <a:cxnSpLocks/>
            <a:stCxn id="8" idx="3"/>
            <a:endCxn id="12" idx="1"/>
          </p:cNvCxnSpPr>
          <p:nvPr/>
        </p:nvCxnSpPr>
        <p:spPr>
          <a:xfrm>
            <a:off x="9523125" y="4574390"/>
            <a:ext cx="312963" cy="18169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E7E1253-3BFC-DCBF-C3B3-518167D1BEA0}"/>
              </a:ext>
            </a:extLst>
          </p:cNvPr>
          <p:cNvSpPr/>
          <p:nvPr/>
        </p:nvSpPr>
        <p:spPr>
          <a:xfrm>
            <a:off x="7255693" y="5203526"/>
            <a:ext cx="967786" cy="1760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Spark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3665ACE-FCE9-BD9F-D47A-15C3E78D710D}"/>
              </a:ext>
            </a:extLst>
          </p:cNvPr>
          <p:cNvSpPr/>
          <p:nvPr/>
        </p:nvSpPr>
        <p:spPr>
          <a:xfrm>
            <a:off x="8535658" y="5046599"/>
            <a:ext cx="1019513" cy="1760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DAGs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CCA0FA7-1A53-FE3B-BD8F-D5A302C866EE}"/>
              </a:ext>
            </a:extLst>
          </p:cNvPr>
          <p:cNvCxnSpPr>
            <a:cxnSpLocks/>
            <a:endCxn id="15" idx="0"/>
          </p:cNvCxnSpPr>
          <p:nvPr/>
        </p:nvCxnSpPr>
        <p:spPr>
          <a:xfrm flipH="1">
            <a:off x="7739586" y="4662181"/>
            <a:ext cx="2996" cy="5413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99FC0391-4849-6E69-F7EC-2DCB5D71146F}"/>
              </a:ext>
            </a:extLst>
          </p:cNvPr>
          <p:cNvCxnSpPr>
            <a:cxnSpLocks/>
            <a:stCxn id="15" idx="3"/>
            <a:endCxn id="16" idx="1"/>
          </p:cNvCxnSpPr>
          <p:nvPr/>
        </p:nvCxnSpPr>
        <p:spPr>
          <a:xfrm flipV="1">
            <a:off x="8223479" y="5134641"/>
            <a:ext cx="312179" cy="15692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35AB20A-DE01-DE5E-694F-153A90F21AED}"/>
              </a:ext>
            </a:extLst>
          </p:cNvPr>
          <p:cNvSpPr/>
          <p:nvPr/>
        </p:nvSpPr>
        <p:spPr>
          <a:xfrm>
            <a:off x="9836088" y="5128353"/>
            <a:ext cx="1224075" cy="34084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Transformations and Actions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718CF52-0463-5547-1C35-B6576B447226}"/>
              </a:ext>
            </a:extLst>
          </p:cNvPr>
          <p:cNvSpPr/>
          <p:nvPr/>
        </p:nvSpPr>
        <p:spPr>
          <a:xfrm>
            <a:off x="8541355" y="5406003"/>
            <a:ext cx="1019513" cy="31646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Spark Architecture</a:t>
            </a:r>
          </a:p>
        </p:txBody>
      </p: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BE4F00A2-52EA-2397-60EF-1A2A068EB6A0}"/>
              </a:ext>
            </a:extLst>
          </p:cNvPr>
          <p:cNvCxnSpPr>
            <a:cxnSpLocks/>
            <a:stCxn id="22" idx="3"/>
            <a:endCxn id="21" idx="1"/>
          </p:cNvCxnSpPr>
          <p:nvPr/>
        </p:nvCxnSpPr>
        <p:spPr>
          <a:xfrm flipV="1">
            <a:off x="9560868" y="5298775"/>
            <a:ext cx="275220" cy="26545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AFCB4DE1-691C-BA1B-E0DB-C7219B07317A}"/>
              </a:ext>
            </a:extLst>
          </p:cNvPr>
          <p:cNvCxnSpPr>
            <a:cxnSpLocks/>
            <a:endCxn id="21" idx="1"/>
          </p:cNvCxnSpPr>
          <p:nvPr/>
        </p:nvCxnSpPr>
        <p:spPr>
          <a:xfrm>
            <a:off x="9555171" y="5134641"/>
            <a:ext cx="280917" cy="16413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EFBB9EA-6ED7-E285-2E42-370255CCA4FD}"/>
              </a:ext>
            </a:extLst>
          </p:cNvPr>
          <p:cNvSpPr/>
          <p:nvPr/>
        </p:nvSpPr>
        <p:spPr>
          <a:xfrm>
            <a:off x="9836087" y="5665385"/>
            <a:ext cx="1224075" cy="1760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0" dirty="0"/>
              <a:t>Pros and Cons</a:t>
            </a:r>
            <a:endParaRPr lang="en-GB" sz="1000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4359972-162C-6223-6B59-B1B55851582B}"/>
              </a:ext>
            </a:extLst>
          </p:cNvPr>
          <p:cNvCxnSpPr>
            <a:cxnSpLocks/>
            <a:stCxn id="21" idx="2"/>
            <a:endCxn id="25" idx="0"/>
          </p:cNvCxnSpPr>
          <p:nvPr/>
        </p:nvCxnSpPr>
        <p:spPr>
          <a:xfrm flipH="1">
            <a:off x="10448125" y="5469196"/>
            <a:ext cx="1" cy="1961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3241BCED-4743-17A4-C8F3-76DAEDC8774C}"/>
              </a:ext>
            </a:extLst>
          </p:cNvPr>
          <p:cNvSpPr/>
          <p:nvPr/>
        </p:nvSpPr>
        <p:spPr>
          <a:xfrm>
            <a:off x="7253840" y="5823762"/>
            <a:ext cx="967786" cy="176084"/>
          </a:xfrm>
          <a:prstGeom prst="round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Streaming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071F3D1-31CA-2C9F-7285-D289B7517D5D}"/>
              </a:ext>
            </a:extLst>
          </p:cNvPr>
          <p:cNvCxnSpPr>
            <a:cxnSpLocks/>
          </p:cNvCxnSpPr>
          <p:nvPr/>
        </p:nvCxnSpPr>
        <p:spPr>
          <a:xfrm flipH="1">
            <a:off x="7737733" y="5379610"/>
            <a:ext cx="1853" cy="4441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DD80319-F73E-701A-BCC0-B1C407E7F81B}"/>
              </a:ext>
            </a:extLst>
          </p:cNvPr>
          <p:cNvSpPr/>
          <p:nvPr/>
        </p:nvSpPr>
        <p:spPr>
          <a:xfrm>
            <a:off x="4675477" y="946151"/>
            <a:ext cx="2429835" cy="1831802"/>
          </a:xfrm>
          <a:prstGeom prst="roundRect">
            <a:avLst/>
          </a:prstGeom>
          <a:solidFill>
            <a:schemeClr val="bg1">
              <a:alpha val="6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EE984B4-4220-23F8-EACC-D97AF9C9E27D}"/>
              </a:ext>
            </a:extLst>
          </p:cNvPr>
          <p:cNvSpPr/>
          <p:nvPr/>
        </p:nvSpPr>
        <p:spPr>
          <a:xfrm>
            <a:off x="4933312" y="2771388"/>
            <a:ext cx="3498655" cy="1626667"/>
          </a:xfrm>
          <a:prstGeom prst="roundRect">
            <a:avLst/>
          </a:prstGeom>
          <a:solidFill>
            <a:schemeClr val="bg1">
              <a:alpha val="6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0A51DEB9-2F1A-F342-B635-B4EE632F16F6}"/>
              </a:ext>
            </a:extLst>
          </p:cNvPr>
          <p:cNvSpPr/>
          <p:nvPr/>
        </p:nvSpPr>
        <p:spPr>
          <a:xfrm>
            <a:off x="7105312" y="4345177"/>
            <a:ext cx="1193738" cy="1799311"/>
          </a:xfrm>
          <a:prstGeom prst="roundRect">
            <a:avLst/>
          </a:prstGeom>
          <a:solidFill>
            <a:schemeClr val="bg1">
              <a:alpha val="6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A07293C8-7282-A727-2598-4F6B46FACC03}"/>
              </a:ext>
            </a:extLst>
          </p:cNvPr>
          <p:cNvSpPr/>
          <p:nvPr/>
        </p:nvSpPr>
        <p:spPr>
          <a:xfrm>
            <a:off x="8282269" y="4052983"/>
            <a:ext cx="2954120" cy="809911"/>
          </a:xfrm>
          <a:prstGeom prst="roundRect">
            <a:avLst/>
          </a:prstGeom>
          <a:solidFill>
            <a:schemeClr val="bg1">
              <a:alpha val="6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31D5889-F8DA-62CA-8C98-5B8A0A143450}"/>
              </a:ext>
            </a:extLst>
          </p:cNvPr>
          <p:cNvSpPr/>
          <p:nvPr/>
        </p:nvSpPr>
        <p:spPr>
          <a:xfrm>
            <a:off x="8277419" y="4821251"/>
            <a:ext cx="3482779" cy="1323237"/>
          </a:xfrm>
          <a:prstGeom prst="roundRect">
            <a:avLst/>
          </a:prstGeom>
          <a:solidFill>
            <a:schemeClr val="bg1">
              <a:alpha val="6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A4E0587-33E4-8824-60D9-C7C8AEB55637}"/>
              </a:ext>
            </a:extLst>
          </p:cNvPr>
          <p:cNvCxnSpPr>
            <a:cxnSpLocks/>
          </p:cNvCxnSpPr>
          <p:nvPr/>
        </p:nvCxnSpPr>
        <p:spPr>
          <a:xfrm flipH="1">
            <a:off x="4423454" y="3174619"/>
            <a:ext cx="9285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2EFB12F8-82B6-C863-B76D-702E8B76B151}"/>
              </a:ext>
            </a:extLst>
          </p:cNvPr>
          <p:cNvSpPr/>
          <p:nvPr/>
        </p:nvSpPr>
        <p:spPr>
          <a:xfrm>
            <a:off x="3497126" y="4296527"/>
            <a:ext cx="779507" cy="1760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HDFS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D77CF05-A251-5A88-A830-7E7A9AE2C138}"/>
              </a:ext>
            </a:extLst>
          </p:cNvPr>
          <p:cNvCxnSpPr>
            <a:cxnSpLocks/>
          </p:cNvCxnSpPr>
          <p:nvPr/>
        </p:nvCxnSpPr>
        <p:spPr>
          <a:xfrm flipH="1">
            <a:off x="3894171" y="3350703"/>
            <a:ext cx="2" cy="3130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36FA1E8-3072-E9F5-6BBB-792D050FCAF6}"/>
              </a:ext>
            </a:extLst>
          </p:cNvPr>
          <p:cNvCxnSpPr>
            <a:cxnSpLocks/>
            <a:endCxn id="35" idx="0"/>
          </p:cNvCxnSpPr>
          <p:nvPr/>
        </p:nvCxnSpPr>
        <p:spPr>
          <a:xfrm flipH="1">
            <a:off x="3886880" y="3839860"/>
            <a:ext cx="7291" cy="4566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8085D798-85C9-649B-8745-479209F3AC75}"/>
              </a:ext>
            </a:extLst>
          </p:cNvPr>
          <p:cNvSpPr/>
          <p:nvPr/>
        </p:nvSpPr>
        <p:spPr>
          <a:xfrm>
            <a:off x="3364891" y="2998535"/>
            <a:ext cx="1058563" cy="3521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Persistent Storage Primer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A7BDC29A-A28E-9D92-5890-F0A6A7D333BE}"/>
              </a:ext>
            </a:extLst>
          </p:cNvPr>
          <p:cNvSpPr/>
          <p:nvPr/>
        </p:nvSpPr>
        <p:spPr>
          <a:xfrm>
            <a:off x="3485232" y="3961434"/>
            <a:ext cx="791401" cy="1760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NFS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F9217D3D-A29A-5D0E-4140-9B8B8D4DF719}"/>
              </a:ext>
            </a:extLst>
          </p:cNvPr>
          <p:cNvSpPr/>
          <p:nvPr/>
        </p:nvSpPr>
        <p:spPr>
          <a:xfrm>
            <a:off x="3112864" y="3663776"/>
            <a:ext cx="1562613" cy="1760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Distributed Storage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9A27BC77-92FB-703D-D6D8-52A414B50D87}"/>
              </a:ext>
            </a:extLst>
          </p:cNvPr>
          <p:cNvSpPr/>
          <p:nvPr/>
        </p:nvSpPr>
        <p:spPr>
          <a:xfrm>
            <a:off x="2359794" y="4287489"/>
            <a:ext cx="838434" cy="19860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HDFS Extras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C097A1F-8EF1-85C6-9502-7059A8455BC8}"/>
              </a:ext>
            </a:extLst>
          </p:cNvPr>
          <p:cNvCxnSpPr>
            <a:cxnSpLocks/>
            <a:endCxn id="41" idx="3"/>
          </p:cNvCxnSpPr>
          <p:nvPr/>
        </p:nvCxnSpPr>
        <p:spPr>
          <a:xfrm flipH="1">
            <a:off x="3198228" y="4384569"/>
            <a:ext cx="298898" cy="22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EA53C314-C52E-1CCE-B0F8-FD9E971F7352}"/>
              </a:ext>
            </a:extLst>
          </p:cNvPr>
          <p:cNvSpPr/>
          <p:nvPr/>
        </p:nvSpPr>
        <p:spPr>
          <a:xfrm>
            <a:off x="1775510" y="5344953"/>
            <a:ext cx="779507" cy="1760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LSM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A7DDB539-D216-DF6A-CEDA-A23F65898537}"/>
              </a:ext>
            </a:extLst>
          </p:cNvPr>
          <p:cNvSpPr/>
          <p:nvPr/>
        </p:nvSpPr>
        <p:spPr>
          <a:xfrm>
            <a:off x="1666579" y="5673773"/>
            <a:ext cx="997371" cy="1760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Bloom Filters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5C51C8E0-6B98-D4FC-B6B9-25D9A8337511}"/>
              </a:ext>
            </a:extLst>
          </p:cNvPr>
          <p:cNvCxnSpPr>
            <a:cxnSpLocks/>
            <a:stCxn id="43" idx="2"/>
            <a:endCxn id="44" idx="0"/>
          </p:cNvCxnSpPr>
          <p:nvPr/>
        </p:nvCxnSpPr>
        <p:spPr>
          <a:xfrm>
            <a:off x="2165264" y="5521037"/>
            <a:ext cx="1" cy="1527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044D5BB3-E11C-6B92-CA8A-C50A0F3039E4}"/>
              </a:ext>
            </a:extLst>
          </p:cNvPr>
          <p:cNvSpPr/>
          <p:nvPr/>
        </p:nvSpPr>
        <p:spPr>
          <a:xfrm>
            <a:off x="3467661" y="4838254"/>
            <a:ext cx="838434" cy="30945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HDFS Reads and Writes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748E90B6-1589-7C66-C83A-2104207B6711}"/>
              </a:ext>
            </a:extLst>
          </p:cNvPr>
          <p:cNvCxnSpPr>
            <a:cxnSpLocks/>
            <a:stCxn id="49" idx="1"/>
            <a:endCxn id="54" idx="3"/>
          </p:cNvCxnSpPr>
          <p:nvPr/>
        </p:nvCxnSpPr>
        <p:spPr>
          <a:xfrm flipH="1">
            <a:off x="2584481" y="4992984"/>
            <a:ext cx="883180" cy="113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33B4F2DA-A78E-9A47-D2DD-82DB6DB5C9AD}"/>
              </a:ext>
            </a:extLst>
          </p:cNvPr>
          <p:cNvCxnSpPr>
            <a:cxnSpLocks/>
            <a:endCxn id="49" idx="0"/>
          </p:cNvCxnSpPr>
          <p:nvPr/>
        </p:nvCxnSpPr>
        <p:spPr>
          <a:xfrm flipH="1">
            <a:off x="3886878" y="4472611"/>
            <a:ext cx="2" cy="3656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607A3E9B-12A3-90DC-26B4-128CB8ECEFA0}"/>
              </a:ext>
            </a:extLst>
          </p:cNvPr>
          <p:cNvSpPr/>
          <p:nvPr/>
        </p:nvSpPr>
        <p:spPr>
          <a:xfrm>
            <a:off x="1746047" y="4849582"/>
            <a:ext cx="838434" cy="30945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CAP and BASE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F96E86E-EF69-53E8-D232-8410B9E924F3}"/>
              </a:ext>
            </a:extLst>
          </p:cNvPr>
          <p:cNvCxnSpPr>
            <a:cxnSpLocks/>
            <a:stCxn id="54" idx="2"/>
          </p:cNvCxnSpPr>
          <p:nvPr/>
        </p:nvCxnSpPr>
        <p:spPr>
          <a:xfrm flipH="1">
            <a:off x="2156060" y="5159041"/>
            <a:ext cx="9204" cy="1973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99693DEE-D601-3706-7F2A-956010C4C47A}"/>
              </a:ext>
            </a:extLst>
          </p:cNvPr>
          <p:cNvSpPr/>
          <p:nvPr/>
        </p:nvSpPr>
        <p:spPr>
          <a:xfrm>
            <a:off x="3096799" y="2696993"/>
            <a:ext cx="1602918" cy="1508652"/>
          </a:xfrm>
          <a:prstGeom prst="roundRect">
            <a:avLst/>
          </a:prstGeom>
          <a:solidFill>
            <a:schemeClr val="bg1">
              <a:alpha val="6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12B4032D-4C52-D94E-5A1B-83683509E105}"/>
              </a:ext>
            </a:extLst>
          </p:cNvPr>
          <p:cNvCxnSpPr>
            <a:cxnSpLocks/>
          </p:cNvCxnSpPr>
          <p:nvPr/>
        </p:nvCxnSpPr>
        <p:spPr>
          <a:xfrm flipH="1">
            <a:off x="3198228" y="4384569"/>
            <a:ext cx="298898" cy="22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9C0CBD09-34F8-FF68-295A-2097B2758ACD}"/>
              </a:ext>
            </a:extLst>
          </p:cNvPr>
          <p:cNvSpPr txBox="1"/>
          <p:nvPr/>
        </p:nvSpPr>
        <p:spPr>
          <a:xfrm rot="20115095">
            <a:off x="4695050" y="3259474"/>
            <a:ext cx="249202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b="1" u="sng" dirty="0">
                <a:solidFill>
                  <a:srgbClr val="FF0000"/>
                </a:solidFill>
              </a:rPr>
              <a:t>No Lecture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38770A3-CF67-EB93-5362-409B2480EF13}"/>
              </a:ext>
            </a:extLst>
          </p:cNvPr>
          <p:cNvSpPr txBox="1"/>
          <p:nvPr/>
        </p:nvSpPr>
        <p:spPr>
          <a:xfrm rot="20115095">
            <a:off x="4671498" y="3786706"/>
            <a:ext cx="28875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FF0000"/>
                </a:solidFill>
              </a:rPr>
              <a:t>(Assessed Exercise Week)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99CBE965-87A9-C072-4072-363747336824}"/>
              </a:ext>
            </a:extLst>
          </p:cNvPr>
          <p:cNvSpPr/>
          <p:nvPr/>
        </p:nvSpPr>
        <p:spPr>
          <a:xfrm>
            <a:off x="1212851" y="4183638"/>
            <a:ext cx="3769314" cy="1899662"/>
          </a:xfrm>
          <a:prstGeom prst="roundRect">
            <a:avLst/>
          </a:prstGeom>
          <a:solidFill>
            <a:schemeClr val="bg1">
              <a:alpha val="6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39346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15A79-2E41-94DF-6C0C-7DC30F0FA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Week 8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CFD2747-D7E6-C927-57A3-34E9415E6B49}"/>
              </a:ext>
            </a:extLst>
          </p:cNvPr>
          <p:cNvSpPr/>
          <p:nvPr/>
        </p:nvSpPr>
        <p:spPr>
          <a:xfrm>
            <a:off x="5451890" y="1812287"/>
            <a:ext cx="858796" cy="3521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Types of Big Data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244ACBA-47B8-97A7-AE04-FC6F58E2A765}"/>
              </a:ext>
            </a:extLst>
          </p:cNvPr>
          <p:cNvSpPr/>
          <p:nvPr/>
        </p:nvSpPr>
        <p:spPr>
          <a:xfrm>
            <a:off x="4909064" y="2406441"/>
            <a:ext cx="858796" cy="3521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Hardware Primer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5F22B519-DC02-DD90-C3D7-C4F6A9A767FB}"/>
              </a:ext>
            </a:extLst>
          </p:cNvPr>
          <p:cNvSpPr/>
          <p:nvPr/>
        </p:nvSpPr>
        <p:spPr>
          <a:xfrm>
            <a:off x="6037648" y="2405411"/>
            <a:ext cx="858796" cy="3521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Service Needs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1A5D8E5-A05B-C79F-B86F-603ED127FF32}"/>
              </a:ext>
            </a:extLst>
          </p:cNvPr>
          <p:cNvSpPr/>
          <p:nvPr/>
        </p:nvSpPr>
        <p:spPr>
          <a:xfrm>
            <a:off x="5352006" y="2998535"/>
            <a:ext cx="1058563" cy="3521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Horizontal vs. Vertical Scaling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5FAE15F7-7A6A-F246-62A8-BD6A04124BB1}"/>
              </a:ext>
            </a:extLst>
          </p:cNvPr>
          <p:cNvSpPr/>
          <p:nvPr/>
        </p:nvSpPr>
        <p:spPr>
          <a:xfrm>
            <a:off x="7208453" y="2998535"/>
            <a:ext cx="1058563" cy="3521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Parallel Compute</a:t>
            </a:r>
          </a:p>
        </p:txBody>
      </p: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DE2A796F-D81E-1A21-6D96-E68E293EB9BD}"/>
              </a:ext>
            </a:extLst>
          </p:cNvPr>
          <p:cNvCxnSpPr>
            <a:cxnSpLocks/>
            <a:stCxn id="18" idx="2"/>
            <a:endCxn id="19" idx="0"/>
          </p:cNvCxnSpPr>
          <p:nvPr/>
        </p:nvCxnSpPr>
        <p:spPr>
          <a:xfrm rot="5400000">
            <a:off x="5488882" y="2014035"/>
            <a:ext cx="241986" cy="54282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5FC829E0-C19B-C595-B863-D8DC7E489692}"/>
              </a:ext>
            </a:extLst>
          </p:cNvPr>
          <p:cNvCxnSpPr>
            <a:cxnSpLocks/>
            <a:stCxn id="18" idx="2"/>
            <a:endCxn id="51" idx="0"/>
          </p:cNvCxnSpPr>
          <p:nvPr/>
        </p:nvCxnSpPr>
        <p:spPr>
          <a:xfrm rot="16200000" flipH="1">
            <a:off x="6053689" y="1992054"/>
            <a:ext cx="240956" cy="58575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4C0ECDF2-30CC-5E99-143B-7E9F0D4F0D28}"/>
              </a:ext>
            </a:extLst>
          </p:cNvPr>
          <p:cNvCxnSpPr>
            <a:cxnSpLocks/>
            <a:stCxn id="51" idx="2"/>
            <a:endCxn id="56" idx="0"/>
          </p:cNvCxnSpPr>
          <p:nvPr/>
        </p:nvCxnSpPr>
        <p:spPr>
          <a:xfrm rot="5400000">
            <a:off x="6053689" y="2585178"/>
            <a:ext cx="240956" cy="58575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45F27A6A-F3F4-F90A-06FF-2649C9A97428}"/>
              </a:ext>
            </a:extLst>
          </p:cNvPr>
          <p:cNvCxnSpPr>
            <a:cxnSpLocks/>
            <a:stCxn id="19" idx="2"/>
            <a:endCxn id="56" idx="0"/>
          </p:cNvCxnSpPr>
          <p:nvPr/>
        </p:nvCxnSpPr>
        <p:spPr>
          <a:xfrm rot="16200000" flipH="1">
            <a:off x="5489912" y="2607159"/>
            <a:ext cx="239926" cy="54282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713C255F-3A56-D11C-24DE-1D061BD5DCD8}"/>
              </a:ext>
            </a:extLst>
          </p:cNvPr>
          <p:cNvCxnSpPr>
            <a:cxnSpLocks/>
            <a:stCxn id="56" idx="3"/>
            <a:endCxn id="58" idx="1"/>
          </p:cNvCxnSpPr>
          <p:nvPr/>
        </p:nvCxnSpPr>
        <p:spPr>
          <a:xfrm>
            <a:off x="6410569" y="3174619"/>
            <a:ext cx="7978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BED1034-3E7E-E468-AA29-70F7E57AD0BC}"/>
              </a:ext>
            </a:extLst>
          </p:cNvPr>
          <p:cNvSpPr/>
          <p:nvPr/>
        </p:nvSpPr>
        <p:spPr>
          <a:xfrm>
            <a:off x="7258689" y="4153237"/>
            <a:ext cx="967786" cy="1760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MapReduce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4010934-EF3D-88F4-96CA-CBE96BC60CF8}"/>
              </a:ext>
            </a:extLst>
          </p:cNvPr>
          <p:cNvSpPr/>
          <p:nvPr/>
        </p:nvSpPr>
        <p:spPr>
          <a:xfrm>
            <a:off x="7105312" y="3587142"/>
            <a:ext cx="1264843" cy="34551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Work Distribution Challenges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0173B12-7F4C-44D6-1EDB-AB17285BC2E0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7737734" y="3350703"/>
            <a:ext cx="1" cy="2364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E3CE129-616C-F6B1-7866-1617F4E190FF}"/>
              </a:ext>
            </a:extLst>
          </p:cNvPr>
          <p:cNvCxnSpPr>
            <a:cxnSpLocks/>
            <a:stCxn id="4" idx="2"/>
            <a:endCxn id="3" idx="0"/>
          </p:cNvCxnSpPr>
          <p:nvPr/>
        </p:nvCxnSpPr>
        <p:spPr>
          <a:xfrm>
            <a:off x="7737734" y="3932655"/>
            <a:ext cx="4848" cy="2205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195AC92-768A-3277-5C41-6A840F3A9876}"/>
              </a:ext>
            </a:extLst>
          </p:cNvPr>
          <p:cNvSpPr/>
          <p:nvPr/>
        </p:nvSpPr>
        <p:spPr>
          <a:xfrm>
            <a:off x="7258689" y="4486097"/>
            <a:ext cx="967786" cy="1760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Hadoop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1BA5413-5323-B0BA-DDBC-EEAEDC78B838}"/>
              </a:ext>
            </a:extLst>
          </p:cNvPr>
          <p:cNvSpPr/>
          <p:nvPr/>
        </p:nvSpPr>
        <p:spPr>
          <a:xfrm>
            <a:off x="8555339" y="4415571"/>
            <a:ext cx="967786" cy="31763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0" dirty="0"/>
              <a:t>Hadoop Execution</a:t>
            </a:r>
            <a:endParaRPr lang="en-GB" sz="100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105335C-0EE8-C40F-54A4-2EE8E9CEA5D4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8226475" y="4574139"/>
            <a:ext cx="328864" cy="2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BE2D4FC-62B2-778B-0935-30A6ED5BC54B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7742582" y="4329321"/>
            <a:ext cx="0" cy="1567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38570EA-419E-D459-FB2C-EB941762DCF6}"/>
              </a:ext>
            </a:extLst>
          </p:cNvPr>
          <p:cNvSpPr/>
          <p:nvPr/>
        </p:nvSpPr>
        <p:spPr>
          <a:xfrm>
            <a:off x="9836088" y="4303137"/>
            <a:ext cx="1003390" cy="1760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0" dirty="0"/>
              <a:t>Extra Concepts</a:t>
            </a:r>
            <a:endParaRPr lang="en-GB" sz="1000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9D5AC64-9AE7-2A5C-FEB4-00A20C140A77}"/>
              </a:ext>
            </a:extLst>
          </p:cNvPr>
          <p:cNvSpPr/>
          <p:nvPr/>
        </p:nvSpPr>
        <p:spPr>
          <a:xfrm>
            <a:off x="9836088" y="4668038"/>
            <a:ext cx="1003390" cy="1760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0" dirty="0"/>
              <a:t>Hadoop Issues</a:t>
            </a:r>
            <a:endParaRPr lang="en-GB" sz="1000" dirty="0"/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0B171569-E994-B83C-72A6-2015115C8C3E}"/>
              </a:ext>
            </a:extLst>
          </p:cNvPr>
          <p:cNvCxnSpPr>
            <a:stCxn id="8" idx="3"/>
            <a:endCxn id="11" idx="1"/>
          </p:cNvCxnSpPr>
          <p:nvPr/>
        </p:nvCxnSpPr>
        <p:spPr>
          <a:xfrm flipV="1">
            <a:off x="9523125" y="4391179"/>
            <a:ext cx="312963" cy="18321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7EC5133D-9BD3-9DBC-0EF9-99641034CF85}"/>
              </a:ext>
            </a:extLst>
          </p:cNvPr>
          <p:cNvCxnSpPr>
            <a:cxnSpLocks/>
            <a:stCxn id="8" idx="3"/>
            <a:endCxn id="12" idx="1"/>
          </p:cNvCxnSpPr>
          <p:nvPr/>
        </p:nvCxnSpPr>
        <p:spPr>
          <a:xfrm>
            <a:off x="9523125" y="4574390"/>
            <a:ext cx="312963" cy="18169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E7E1253-3BFC-DCBF-C3B3-518167D1BEA0}"/>
              </a:ext>
            </a:extLst>
          </p:cNvPr>
          <p:cNvSpPr/>
          <p:nvPr/>
        </p:nvSpPr>
        <p:spPr>
          <a:xfrm>
            <a:off x="7255693" y="5203526"/>
            <a:ext cx="967786" cy="1760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Spark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3665ACE-FCE9-BD9F-D47A-15C3E78D710D}"/>
              </a:ext>
            </a:extLst>
          </p:cNvPr>
          <p:cNvSpPr/>
          <p:nvPr/>
        </p:nvSpPr>
        <p:spPr>
          <a:xfrm>
            <a:off x="8535658" y="5046599"/>
            <a:ext cx="1019513" cy="1760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DAGs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CCA0FA7-1A53-FE3B-BD8F-D5A302C866EE}"/>
              </a:ext>
            </a:extLst>
          </p:cNvPr>
          <p:cNvCxnSpPr>
            <a:cxnSpLocks/>
            <a:endCxn id="15" idx="0"/>
          </p:cNvCxnSpPr>
          <p:nvPr/>
        </p:nvCxnSpPr>
        <p:spPr>
          <a:xfrm flipH="1">
            <a:off x="7739586" y="4662181"/>
            <a:ext cx="2996" cy="5413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99FC0391-4849-6E69-F7EC-2DCB5D71146F}"/>
              </a:ext>
            </a:extLst>
          </p:cNvPr>
          <p:cNvCxnSpPr>
            <a:cxnSpLocks/>
            <a:stCxn id="15" idx="3"/>
            <a:endCxn id="16" idx="1"/>
          </p:cNvCxnSpPr>
          <p:nvPr/>
        </p:nvCxnSpPr>
        <p:spPr>
          <a:xfrm flipV="1">
            <a:off x="8223479" y="5134641"/>
            <a:ext cx="312179" cy="15692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35AB20A-DE01-DE5E-694F-153A90F21AED}"/>
              </a:ext>
            </a:extLst>
          </p:cNvPr>
          <p:cNvSpPr/>
          <p:nvPr/>
        </p:nvSpPr>
        <p:spPr>
          <a:xfrm>
            <a:off x="9836088" y="5128353"/>
            <a:ext cx="1224075" cy="34084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Transformations and Actions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718CF52-0463-5547-1C35-B6576B447226}"/>
              </a:ext>
            </a:extLst>
          </p:cNvPr>
          <p:cNvSpPr/>
          <p:nvPr/>
        </p:nvSpPr>
        <p:spPr>
          <a:xfrm>
            <a:off x="8541355" y="5406003"/>
            <a:ext cx="1019513" cy="31646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Spark Architecture</a:t>
            </a:r>
          </a:p>
        </p:txBody>
      </p: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BE4F00A2-52EA-2397-60EF-1A2A068EB6A0}"/>
              </a:ext>
            </a:extLst>
          </p:cNvPr>
          <p:cNvCxnSpPr>
            <a:cxnSpLocks/>
            <a:stCxn id="22" idx="3"/>
            <a:endCxn id="21" idx="1"/>
          </p:cNvCxnSpPr>
          <p:nvPr/>
        </p:nvCxnSpPr>
        <p:spPr>
          <a:xfrm flipV="1">
            <a:off x="9560868" y="5298775"/>
            <a:ext cx="275220" cy="26545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AFCB4DE1-691C-BA1B-E0DB-C7219B07317A}"/>
              </a:ext>
            </a:extLst>
          </p:cNvPr>
          <p:cNvCxnSpPr>
            <a:cxnSpLocks/>
            <a:endCxn id="21" idx="1"/>
          </p:cNvCxnSpPr>
          <p:nvPr/>
        </p:nvCxnSpPr>
        <p:spPr>
          <a:xfrm>
            <a:off x="9555171" y="5134641"/>
            <a:ext cx="280917" cy="16413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EFBB9EA-6ED7-E285-2E42-370255CCA4FD}"/>
              </a:ext>
            </a:extLst>
          </p:cNvPr>
          <p:cNvSpPr/>
          <p:nvPr/>
        </p:nvSpPr>
        <p:spPr>
          <a:xfrm>
            <a:off x="9836087" y="5665385"/>
            <a:ext cx="1224075" cy="1760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0" dirty="0"/>
              <a:t>Pros and Cons</a:t>
            </a:r>
            <a:endParaRPr lang="en-GB" sz="1000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4359972-162C-6223-6B59-B1B55851582B}"/>
              </a:ext>
            </a:extLst>
          </p:cNvPr>
          <p:cNvCxnSpPr>
            <a:cxnSpLocks/>
            <a:stCxn id="21" idx="2"/>
            <a:endCxn id="25" idx="0"/>
          </p:cNvCxnSpPr>
          <p:nvPr/>
        </p:nvCxnSpPr>
        <p:spPr>
          <a:xfrm flipH="1">
            <a:off x="10448125" y="5469196"/>
            <a:ext cx="1" cy="1961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3241BCED-4743-17A4-C8F3-76DAEDC8774C}"/>
              </a:ext>
            </a:extLst>
          </p:cNvPr>
          <p:cNvSpPr/>
          <p:nvPr/>
        </p:nvSpPr>
        <p:spPr>
          <a:xfrm>
            <a:off x="7253840" y="5823762"/>
            <a:ext cx="967786" cy="176084"/>
          </a:xfrm>
          <a:prstGeom prst="round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Streaming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071F3D1-31CA-2C9F-7285-D289B7517D5D}"/>
              </a:ext>
            </a:extLst>
          </p:cNvPr>
          <p:cNvCxnSpPr>
            <a:cxnSpLocks/>
          </p:cNvCxnSpPr>
          <p:nvPr/>
        </p:nvCxnSpPr>
        <p:spPr>
          <a:xfrm flipH="1">
            <a:off x="7737733" y="5379610"/>
            <a:ext cx="1853" cy="4441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DD80319-F73E-701A-BCC0-B1C407E7F81B}"/>
              </a:ext>
            </a:extLst>
          </p:cNvPr>
          <p:cNvSpPr/>
          <p:nvPr/>
        </p:nvSpPr>
        <p:spPr>
          <a:xfrm>
            <a:off x="4675477" y="946151"/>
            <a:ext cx="2429835" cy="1831802"/>
          </a:xfrm>
          <a:prstGeom prst="roundRect">
            <a:avLst/>
          </a:prstGeom>
          <a:solidFill>
            <a:schemeClr val="bg1">
              <a:alpha val="6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EE984B4-4220-23F8-EACC-D97AF9C9E27D}"/>
              </a:ext>
            </a:extLst>
          </p:cNvPr>
          <p:cNvSpPr/>
          <p:nvPr/>
        </p:nvSpPr>
        <p:spPr>
          <a:xfrm>
            <a:off x="4933312" y="2771388"/>
            <a:ext cx="3498655" cy="1626667"/>
          </a:xfrm>
          <a:prstGeom prst="roundRect">
            <a:avLst/>
          </a:prstGeom>
          <a:solidFill>
            <a:schemeClr val="bg1">
              <a:alpha val="6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0A51DEB9-2F1A-F342-B635-B4EE632F16F6}"/>
              </a:ext>
            </a:extLst>
          </p:cNvPr>
          <p:cNvSpPr/>
          <p:nvPr/>
        </p:nvSpPr>
        <p:spPr>
          <a:xfrm>
            <a:off x="7105312" y="4345177"/>
            <a:ext cx="1193738" cy="1799311"/>
          </a:xfrm>
          <a:prstGeom prst="roundRect">
            <a:avLst/>
          </a:prstGeom>
          <a:solidFill>
            <a:schemeClr val="bg1">
              <a:alpha val="6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A07293C8-7282-A727-2598-4F6B46FACC03}"/>
              </a:ext>
            </a:extLst>
          </p:cNvPr>
          <p:cNvSpPr/>
          <p:nvPr/>
        </p:nvSpPr>
        <p:spPr>
          <a:xfrm>
            <a:off x="8282269" y="4052983"/>
            <a:ext cx="2954120" cy="809911"/>
          </a:xfrm>
          <a:prstGeom prst="roundRect">
            <a:avLst/>
          </a:prstGeom>
          <a:solidFill>
            <a:schemeClr val="bg1">
              <a:alpha val="6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31D5889-F8DA-62CA-8C98-5B8A0A143450}"/>
              </a:ext>
            </a:extLst>
          </p:cNvPr>
          <p:cNvSpPr/>
          <p:nvPr/>
        </p:nvSpPr>
        <p:spPr>
          <a:xfrm>
            <a:off x="8277419" y="4821251"/>
            <a:ext cx="3482779" cy="1323237"/>
          </a:xfrm>
          <a:prstGeom prst="roundRect">
            <a:avLst/>
          </a:prstGeom>
          <a:solidFill>
            <a:schemeClr val="bg1">
              <a:alpha val="6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A4E0587-33E4-8824-60D9-C7C8AEB55637}"/>
              </a:ext>
            </a:extLst>
          </p:cNvPr>
          <p:cNvCxnSpPr>
            <a:cxnSpLocks/>
          </p:cNvCxnSpPr>
          <p:nvPr/>
        </p:nvCxnSpPr>
        <p:spPr>
          <a:xfrm flipH="1">
            <a:off x="4423454" y="3174619"/>
            <a:ext cx="9285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2EFB12F8-82B6-C863-B76D-702E8B76B151}"/>
              </a:ext>
            </a:extLst>
          </p:cNvPr>
          <p:cNvSpPr/>
          <p:nvPr/>
        </p:nvSpPr>
        <p:spPr>
          <a:xfrm>
            <a:off x="3497126" y="4296527"/>
            <a:ext cx="779507" cy="1760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HDFS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D77CF05-A251-5A88-A830-7E7A9AE2C138}"/>
              </a:ext>
            </a:extLst>
          </p:cNvPr>
          <p:cNvCxnSpPr>
            <a:cxnSpLocks/>
          </p:cNvCxnSpPr>
          <p:nvPr/>
        </p:nvCxnSpPr>
        <p:spPr>
          <a:xfrm flipH="1">
            <a:off x="3894171" y="3350703"/>
            <a:ext cx="2" cy="3130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36FA1E8-3072-E9F5-6BBB-792D050FCAF6}"/>
              </a:ext>
            </a:extLst>
          </p:cNvPr>
          <p:cNvCxnSpPr>
            <a:cxnSpLocks/>
            <a:endCxn id="35" idx="0"/>
          </p:cNvCxnSpPr>
          <p:nvPr/>
        </p:nvCxnSpPr>
        <p:spPr>
          <a:xfrm flipH="1">
            <a:off x="3886880" y="3839860"/>
            <a:ext cx="7291" cy="4566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8085D798-85C9-649B-8745-479209F3AC75}"/>
              </a:ext>
            </a:extLst>
          </p:cNvPr>
          <p:cNvSpPr/>
          <p:nvPr/>
        </p:nvSpPr>
        <p:spPr>
          <a:xfrm>
            <a:off x="3364891" y="2998535"/>
            <a:ext cx="1058563" cy="3521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Persistent Storage Primer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A7BDC29A-A28E-9D92-5890-F0A6A7D333BE}"/>
              </a:ext>
            </a:extLst>
          </p:cNvPr>
          <p:cNvSpPr/>
          <p:nvPr/>
        </p:nvSpPr>
        <p:spPr>
          <a:xfrm>
            <a:off x="3485232" y="3961434"/>
            <a:ext cx="791401" cy="1760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NFS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F9217D3D-A29A-5D0E-4140-9B8B8D4DF719}"/>
              </a:ext>
            </a:extLst>
          </p:cNvPr>
          <p:cNvSpPr/>
          <p:nvPr/>
        </p:nvSpPr>
        <p:spPr>
          <a:xfrm>
            <a:off x="3112864" y="3663776"/>
            <a:ext cx="1562613" cy="1760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Distributed Storage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9A27BC77-92FB-703D-D6D8-52A414B50D87}"/>
              </a:ext>
            </a:extLst>
          </p:cNvPr>
          <p:cNvSpPr/>
          <p:nvPr/>
        </p:nvSpPr>
        <p:spPr>
          <a:xfrm>
            <a:off x="2359794" y="4287489"/>
            <a:ext cx="838434" cy="19860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HDFS Extras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C097A1F-8EF1-85C6-9502-7059A8455BC8}"/>
              </a:ext>
            </a:extLst>
          </p:cNvPr>
          <p:cNvCxnSpPr>
            <a:cxnSpLocks/>
            <a:endCxn id="41" idx="3"/>
          </p:cNvCxnSpPr>
          <p:nvPr/>
        </p:nvCxnSpPr>
        <p:spPr>
          <a:xfrm flipH="1">
            <a:off x="3198228" y="4384569"/>
            <a:ext cx="298898" cy="22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EA53C314-C52E-1CCE-B0F8-FD9E971F7352}"/>
              </a:ext>
            </a:extLst>
          </p:cNvPr>
          <p:cNvSpPr/>
          <p:nvPr/>
        </p:nvSpPr>
        <p:spPr>
          <a:xfrm>
            <a:off x="1775510" y="5344953"/>
            <a:ext cx="779507" cy="1760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LSM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A7DDB539-D216-DF6A-CEDA-A23F65898537}"/>
              </a:ext>
            </a:extLst>
          </p:cNvPr>
          <p:cNvSpPr/>
          <p:nvPr/>
        </p:nvSpPr>
        <p:spPr>
          <a:xfrm>
            <a:off x="1666579" y="5673773"/>
            <a:ext cx="997371" cy="1760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Bloom Filters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5C51C8E0-6B98-D4FC-B6B9-25D9A8337511}"/>
              </a:ext>
            </a:extLst>
          </p:cNvPr>
          <p:cNvCxnSpPr>
            <a:cxnSpLocks/>
            <a:stCxn id="43" idx="2"/>
            <a:endCxn id="44" idx="0"/>
          </p:cNvCxnSpPr>
          <p:nvPr/>
        </p:nvCxnSpPr>
        <p:spPr>
          <a:xfrm>
            <a:off x="2165264" y="5521037"/>
            <a:ext cx="1" cy="1527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044D5BB3-E11C-6B92-CA8A-C50A0F3039E4}"/>
              </a:ext>
            </a:extLst>
          </p:cNvPr>
          <p:cNvSpPr/>
          <p:nvPr/>
        </p:nvSpPr>
        <p:spPr>
          <a:xfrm>
            <a:off x="3467661" y="4838254"/>
            <a:ext cx="838434" cy="30945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HDFS Reads and Writes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748E90B6-1589-7C66-C83A-2104207B6711}"/>
              </a:ext>
            </a:extLst>
          </p:cNvPr>
          <p:cNvCxnSpPr>
            <a:cxnSpLocks/>
            <a:stCxn id="49" idx="1"/>
            <a:endCxn id="54" idx="3"/>
          </p:cNvCxnSpPr>
          <p:nvPr/>
        </p:nvCxnSpPr>
        <p:spPr>
          <a:xfrm flipH="1">
            <a:off x="2584481" y="4992984"/>
            <a:ext cx="883180" cy="113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33B4F2DA-A78E-9A47-D2DD-82DB6DB5C9AD}"/>
              </a:ext>
            </a:extLst>
          </p:cNvPr>
          <p:cNvCxnSpPr>
            <a:cxnSpLocks/>
            <a:endCxn id="49" idx="0"/>
          </p:cNvCxnSpPr>
          <p:nvPr/>
        </p:nvCxnSpPr>
        <p:spPr>
          <a:xfrm flipH="1">
            <a:off x="3886878" y="4472611"/>
            <a:ext cx="2" cy="3656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607A3E9B-12A3-90DC-26B4-128CB8ECEFA0}"/>
              </a:ext>
            </a:extLst>
          </p:cNvPr>
          <p:cNvSpPr/>
          <p:nvPr/>
        </p:nvSpPr>
        <p:spPr>
          <a:xfrm>
            <a:off x="1746047" y="4849582"/>
            <a:ext cx="838434" cy="30945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CAP and BASE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F96E86E-EF69-53E8-D232-8410B9E924F3}"/>
              </a:ext>
            </a:extLst>
          </p:cNvPr>
          <p:cNvCxnSpPr>
            <a:cxnSpLocks/>
            <a:stCxn id="54" idx="2"/>
          </p:cNvCxnSpPr>
          <p:nvPr/>
        </p:nvCxnSpPr>
        <p:spPr>
          <a:xfrm flipH="1">
            <a:off x="2156060" y="5159041"/>
            <a:ext cx="9204" cy="1973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99693DEE-D601-3706-7F2A-956010C4C47A}"/>
              </a:ext>
            </a:extLst>
          </p:cNvPr>
          <p:cNvSpPr/>
          <p:nvPr/>
        </p:nvSpPr>
        <p:spPr>
          <a:xfrm>
            <a:off x="3096799" y="2696993"/>
            <a:ext cx="1602918" cy="1508652"/>
          </a:xfrm>
          <a:prstGeom prst="roundRect">
            <a:avLst/>
          </a:prstGeom>
          <a:solidFill>
            <a:schemeClr val="bg1">
              <a:alpha val="6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12B4032D-4C52-D94E-5A1B-83683509E105}"/>
              </a:ext>
            </a:extLst>
          </p:cNvPr>
          <p:cNvCxnSpPr>
            <a:cxnSpLocks/>
          </p:cNvCxnSpPr>
          <p:nvPr/>
        </p:nvCxnSpPr>
        <p:spPr>
          <a:xfrm flipH="1">
            <a:off x="3198228" y="4384569"/>
            <a:ext cx="298898" cy="22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99CBE965-87A9-C072-4072-363747336824}"/>
              </a:ext>
            </a:extLst>
          </p:cNvPr>
          <p:cNvSpPr/>
          <p:nvPr/>
        </p:nvSpPr>
        <p:spPr>
          <a:xfrm>
            <a:off x="1212851" y="4183638"/>
            <a:ext cx="3769314" cy="1899662"/>
          </a:xfrm>
          <a:prstGeom prst="roundRect">
            <a:avLst/>
          </a:prstGeom>
          <a:solidFill>
            <a:schemeClr val="bg1">
              <a:alpha val="6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017A19C2-F9A3-4E64-7F23-12C2CED83BFE}"/>
              </a:ext>
            </a:extLst>
          </p:cNvPr>
          <p:cNvSpPr/>
          <p:nvPr/>
        </p:nvSpPr>
        <p:spPr>
          <a:xfrm>
            <a:off x="3301349" y="5667575"/>
            <a:ext cx="1171059" cy="176084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err="1"/>
              <a:t>BigTable</a:t>
            </a:r>
            <a:r>
              <a:rPr lang="en-GB" sz="1000"/>
              <a:t>/</a:t>
            </a:r>
            <a:r>
              <a:rPr lang="en-GB" sz="1000" err="1"/>
              <a:t>Hbase</a:t>
            </a:r>
            <a:endParaRPr lang="en-GB" sz="1000"/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DF54579F-D22D-F63C-378B-B928831B112D}"/>
              </a:ext>
            </a:extLst>
          </p:cNvPr>
          <p:cNvSpPr/>
          <p:nvPr/>
        </p:nvSpPr>
        <p:spPr>
          <a:xfrm>
            <a:off x="1666579" y="5957903"/>
            <a:ext cx="978962" cy="390694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Chubby and </a:t>
            </a:r>
            <a:r>
              <a:rPr lang="en-GB" sz="1000" dirty="0" err="1"/>
              <a:t>ZooKeeper</a:t>
            </a:r>
            <a:endParaRPr lang="en-GB" sz="1000" dirty="0"/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3B67CA30-F7E8-F6BC-AAE3-EA3CCC9ACD6F}"/>
              </a:ext>
            </a:extLst>
          </p:cNvPr>
          <p:cNvCxnSpPr>
            <a:cxnSpLocks/>
            <a:endCxn id="48" idx="1"/>
          </p:cNvCxnSpPr>
          <p:nvPr/>
        </p:nvCxnSpPr>
        <p:spPr>
          <a:xfrm flipV="1">
            <a:off x="2663950" y="5755617"/>
            <a:ext cx="637399" cy="61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5113A414-10C7-E909-88DE-DD9133F0A902}"/>
              </a:ext>
            </a:extLst>
          </p:cNvPr>
          <p:cNvCxnSpPr>
            <a:cxnSpLocks/>
            <a:endCxn id="48" idx="0"/>
          </p:cNvCxnSpPr>
          <p:nvPr/>
        </p:nvCxnSpPr>
        <p:spPr>
          <a:xfrm>
            <a:off x="3886878" y="5147713"/>
            <a:ext cx="1" cy="5198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or: Elbow 67">
            <a:extLst>
              <a:ext uri="{FF2B5EF4-FFF2-40B4-BE49-F238E27FC236}">
                <a16:creationId xmlns:a16="http://schemas.microsoft.com/office/drawing/2014/main" id="{3D431D96-84D3-EF0F-74D5-8F66538894C2}"/>
              </a:ext>
            </a:extLst>
          </p:cNvPr>
          <p:cNvCxnSpPr>
            <a:cxnSpLocks/>
            <a:stCxn id="48" idx="2"/>
            <a:endCxn id="63" idx="3"/>
          </p:cNvCxnSpPr>
          <p:nvPr/>
        </p:nvCxnSpPr>
        <p:spPr>
          <a:xfrm rot="5400000">
            <a:off x="3111415" y="5377785"/>
            <a:ext cx="309591" cy="124133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74827EA5-9144-1473-8F1E-58BA398A8CCE}"/>
              </a:ext>
            </a:extLst>
          </p:cNvPr>
          <p:cNvSpPr/>
          <p:nvPr/>
        </p:nvSpPr>
        <p:spPr>
          <a:xfrm>
            <a:off x="1672170" y="6425077"/>
            <a:ext cx="997371" cy="309591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DHT Overlay Networks</a:t>
            </a:r>
          </a:p>
        </p:txBody>
      </p: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8D7EB0C6-4377-5FF8-7191-EF93059E8CC5}"/>
              </a:ext>
            </a:extLst>
          </p:cNvPr>
          <p:cNvCxnSpPr>
            <a:cxnSpLocks/>
          </p:cNvCxnSpPr>
          <p:nvPr/>
        </p:nvCxnSpPr>
        <p:spPr>
          <a:xfrm rot="10800000" flipV="1">
            <a:off x="2669542" y="6153249"/>
            <a:ext cx="1217337" cy="42662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51744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15A79-2E41-94DF-6C0C-7DC30F0FA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Week 9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CFD2747-D7E6-C927-57A3-34E9415E6B49}"/>
              </a:ext>
            </a:extLst>
          </p:cNvPr>
          <p:cNvSpPr/>
          <p:nvPr/>
        </p:nvSpPr>
        <p:spPr>
          <a:xfrm>
            <a:off x="5451890" y="1812287"/>
            <a:ext cx="858796" cy="3521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Types of Big Data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244ACBA-47B8-97A7-AE04-FC6F58E2A765}"/>
              </a:ext>
            </a:extLst>
          </p:cNvPr>
          <p:cNvSpPr/>
          <p:nvPr/>
        </p:nvSpPr>
        <p:spPr>
          <a:xfrm>
            <a:off x="4909064" y="2406441"/>
            <a:ext cx="858796" cy="3521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Hardware Primer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5F22B519-DC02-DD90-C3D7-C4F6A9A767FB}"/>
              </a:ext>
            </a:extLst>
          </p:cNvPr>
          <p:cNvSpPr/>
          <p:nvPr/>
        </p:nvSpPr>
        <p:spPr>
          <a:xfrm>
            <a:off x="6037648" y="2405411"/>
            <a:ext cx="858796" cy="3521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Service Needs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1A5D8E5-A05B-C79F-B86F-603ED127FF32}"/>
              </a:ext>
            </a:extLst>
          </p:cNvPr>
          <p:cNvSpPr/>
          <p:nvPr/>
        </p:nvSpPr>
        <p:spPr>
          <a:xfrm>
            <a:off x="5352006" y="2998535"/>
            <a:ext cx="1058563" cy="3521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Horizontal vs. Vertical Scaling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5FAE15F7-7A6A-F246-62A8-BD6A04124BB1}"/>
              </a:ext>
            </a:extLst>
          </p:cNvPr>
          <p:cNvSpPr/>
          <p:nvPr/>
        </p:nvSpPr>
        <p:spPr>
          <a:xfrm>
            <a:off x="7208453" y="2998535"/>
            <a:ext cx="1058563" cy="3521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Parallel Compute</a:t>
            </a:r>
          </a:p>
        </p:txBody>
      </p: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DE2A796F-D81E-1A21-6D96-E68E293EB9BD}"/>
              </a:ext>
            </a:extLst>
          </p:cNvPr>
          <p:cNvCxnSpPr>
            <a:cxnSpLocks/>
            <a:stCxn id="18" idx="2"/>
            <a:endCxn id="19" idx="0"/>
          </p:cNvCxnSpPr>
          <p:nvPr/>
        </p:nvCxnSpPr>
        <p:spPr>
          <a:xfrm rot="5400000">
            <a:off x="5488882" y="2014035"/>
            <a:ext cx="241986" cy="54282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5FC829E0-C19B-C595-B863-D8DC7E489692}"/>
              </a:ext>
            </a:extLst>
          </p:cNvPr>
          <p:cNvCxnSpPr>
            <a:cxnSpLocks/>
            <a:stCxn id="18" idx="2"/>
            <a:endCxn id="51" idx="0"/>
          </p:cNvCxnSpPr>
          <p:nvPr/>
        </p:nvCxnSpPr>
        <p:spPr>
          <a:xfrm rot="16200000" flipH="1">
            <a:off x="6053689" y="1992054"/>
            <a:ext cx="240956" cy="58575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4C0ECDF2-30CC-5E99-143B-7E9F0D4F0D28}"/>
              </a:ext>
            </a:extLst>
          </p:cNvPr>
          <p:cNvCxnSpPr>
            <a:cxnSpLocks/>
            <a:stCxn id="51" idx="2"/>
            <a:endCxn id="56" idx="0"/>
          </p:cNvCxnSpPr>
          <p:nvPr/>
        </p:nvCxnSpPr>
        <p:spPr>
          <a:xfrm rot="5400000">
            <a:off x="6053689" y="2585178"/>
            <a:ext cx="240956" cy="58575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45F27A6A-F3F4-F90A-06FF-2649C9A97428}"/>
              </a:ext>
            </a:extLst>
          </p:cNvPr>
          <p:cNvCxnSpPr>
            <a:cxnSpLocks/>
            <a:stCxn id="19" idx="2"/>
            <a:endCxn id="56" idx="0"/>
          </p:cNvCxnSpPr>
          <p:nvPr/>
        </p:nvCxnSpPr>
        <p:spPr>
          <a:xfrm rot="16200000" flipH="1">
            <a:off x="5489912" y="2607159"/>
            <a:ext cx="239926" cy="54282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713C255F-3A56-D11C-24DE-1D061BD5DCD8}"/>
              </a:ext>
            </a:extLst>
          </p:cNvPr>
          <p:cNvCxnSpPr>
            <a:cxnSpLocks/>
            <a:stCxn id="56" idx="3"/>
            <a:endCxn id="58" idx="1"/>
          </p:cNvCxnSpPr>
          <p:nvPr/>
        </p:nvCxnSpPr>
        <p:spPr>
          <a:xfrm>
            <a:off x="6410569" y="3174619"/>
            <a:ext cx="7978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BED1034-3E7E-E468-AA29-70F7E57AD0BC}"/>
              </a:ext>
            </a:extLst>
          </p:cNvPr>
          <p:cNvSpPr/>
          <p:nvPr/>
        </p:nvSpPr>
        <p:spPr>
          <a:xfrm>
            <a:off x="7258689" y="4153237"/>
            <a:ext cx="967786" cy="1760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MapReduce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4010934-EF3D-88F4-96CA-CBE96BC60CF8}"/>
              </a:ext>
            </a:extLst>
          </p:cNvPr>
          <p:cNvSpPr/>
          <p:nvPr/>
        </p:nvSpPr>
        <p:spPr>
          <a:xfrm>
            <a:off x="7105312" y="3587142"/>
            <a:ext cx="1264843" cy="34551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Work Distribution Challenges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0173B12-7F4C-44D6-1EDB-AB17285BC2E0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7737734" y="3350703"/>
            <a:ext cx="1" cy="2364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E3CE129-616C-F6B1-7866-1617F4E190FF}"/>
              </a:ext>
            </a:extLst>
          </p:cNvPr>
          <p:cNvCxnSpPr>
            <a:cxnSpLocks/>
            <a:stCxn id="4" idx="2"/>
            <a:endCxn id="3" idx="0"/>
          </p:cNvCxnSpPr>
          <p:nvPr/>
        </p:nvCxnSpPr>
        <p:spPr>
          <a:xfrm>
            <a:off x="7737734" y="3932655"/>
            <a:ext cx="4848" cy="2205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195AC92-768A-3277-5C41-6A840F3A9876}"/>
              </a:ext>
            </a:extLst>
          </p:cNvPr>
          <p:cNvSpPr/>
          <p:nvPr/>
        </p:nvSpPr>
        <p:spPr>
          <a:xfrm>
            <a:off x="7258689" y="4486097"/>
            <a:ext cx="967786" cy="1760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Hadoop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1BA5413-5323-B0BA-DDBC-EEAEDC78B838}"/>
              </a:ext>
            </a:extLst>
          </p:cNvPr>
          <p:cNvSpPr/>
          <p:nvPr/>
        </p:nvSpPr>
        <p:spPr>
          <a:xfrm>
            <a:off x="8555339" y="4415571"/>
            <a:ext cx="967786" cy="31763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0" dirty="0"/>
              <a:t>Hadoop Execution</a:t>
            </a:r>
            <a:endParaRPr lang="en-GB" sz="100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105335C-0EE8-C40F-54A4-2EE8E9CEA5D4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8226475" y="4574139"/>
            <a:ext cx="328864" cy="2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BE2D4FC-62B2-778B-0935-30A6ED5BC54B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7742582" y="4329321"/>
            <a:ext cx="0" cy="1567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38570EA-419E-D459-FB2C-EB941762DCF6}"/>
              </a:ext>
            </a:extLst>
          </p:cNvPr>
          <p:cNvSpPr/>
          <p:nvPr/>
        </p:nvSpPr>
        <p:spPr>
          <a:xfrm>
            <a:off x="9836088" y="4303137"/>
            <a:ext cx="1003390" cy="1760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0" dirty="0"/>
              <a:t>Extra Concepts</a:t>
            </a:r>
            <a:endParaRPr lang="en-GB" sz="1000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9D5AC64-9AE7-2A5C-FEB4-00A20C140A77}"/>
              </a:ext>
            </a:extLst>
          </p:cNvPr>
          <p:cNvSpPr/>
          <p:nvPr/>
        </p:nvSpPr>
        <p:spPr>
          <a:xfrm>
            <a:off x="9836088" y="4668038"/>
            <a:ext cx="1003390" cy="1760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0" dirty="0"/>
              <a:t>Hadoop Issues</a:t>
            </a:r>
            <a:endParaRPr lang="en-GB" sz="1000" dirty="0"/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0B171569-E994-B83C-72A6-2015115C8C3E}"/>
              </a:ext>
            </a:extLst>
          </p:cNvPr>
          <p:cNvCxnSpPr>
            <a:stCxn id="8" idx="3"/>
            <a:endCxn id="11" idx="1"/>
          </p:cNvCxnSpPr>
          <p:nvPr/>
        </p:nvCxnSpPr>
        <p:spPr>
          <a:xfrm flipV="1">
            <a:off x="9523125" y="4391179"/>
            <a:ext cx="312963" cy="18321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7EC5133D-9BD3-9DBC-0EF9-99641034CF85}"/>
              </a:ext>
            </a:extLst>
          </p:cNvPr>
          <p:cNvCxnSpPr>
            <a:cxnSpLocks/>
            <a:stCxn id="8" idx="3"/>
            <a:endCxn id="12" idx="1"/>
          </p:cNvCxnSpPr>
          <p:nvPr/>
        </p:nvCxnSpPr>
        <p:spPr>
          <a:xfrm>
            <a:off x="9523125" y="4574390"/>
            <a:ext cx="312963" cy="18169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E7E1253-3BFC-DCBF-C3B3-518167D1BEA0}"/>
              </a:ext>
            </a:extLst>
          </p:cNvPr>
          <p:cNvSpPr/>
          <p:nvPr/>
        </p:nvSpPr>
        <p:spPr>
          <a:xfrm>
            <a:off x="7255693" y="5203526"/>
            <a:ext cx="967786" cy="1760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Spark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3665ACE-FCE9-BD9F-D47A-15C3E78D710D}"/>
              </a:ext>
            </a:extLst>
          </p:cNvPr>
          <p:cNvSpPr/>
          <p:nvPr/>
        </p:nvSpPr>
        <p:spPr>
          <a:xfrm>
            <a:off x="8535658" y="5046599"/>
            <a:ext cx="1019513" cy="1760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DAGs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CCA0FA7-1A53-FE3B-BD8F-D5A302C866EE}"/>
              </a:ext>
            </a:extLst>
          </p:cNvPr>
          <p:cNvCxnSpPr>
            <a:cxnSpLocks/>
            <a:endCxn id="15" idx="0"/>
          </p:cNvCxnSpPr>
          <p:nvPr/>
        </p:nvCxnSpPr>
        <p:spPr>
          <a:xfrm flipH="1">
            <a:off x="7739586" y="4662181"/>
            <a:ext cx="2996" cy="5413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99FC0391-4849-6E69-F7EC-2DCB5D71146F}"/>
              </a:ext>
            </a:extLst>
          </p:cNvPr>
          <p:cNvCxnSpPr>
            <a:cxnSpLocks/>
            <a:stCxn id="15" idx="3"/>
            <a:endCxn id="16" idx="1"/>
          </p:cNvCxnSpPr>
          <p:nvPr/>
        </p:nvCxnSpPr>
        <p:spPr>
          <a:xfrm flipV="1">
            <a:off x="8223479" y="5134641"/>
            <a:ext cx="312179" cy="15692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35AB20A-DE01-DE5E-694F-153A90F21AED}"/>
              </a:ext>
            </a:extLst>
          </p:cNvPr>
          <p:cNvSpPr/>
          <p:nvPr/>
        </p:nvSpPr>
        <p:spPr>
          <a:xfrm>
            <a:off x="9836088" y="5128353"/>
            <a:ext cx="1224075" cy="34084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Transformations and Actions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718CF52-0463-5547-1C35-B6576B447226}"/>
              </a:ext>
            </a:extLst>
          </p:cNvPr>
          <p:cNvSpPr/>
          <p:nvPr/>
        </p:nvSpPr>
        <p:spPr>
          <a:xfrm>
            <a:off x="8541355" y="5406003"/>
            <a:ext cx="1019513" cy="31646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Spark Architecture</a:t>
            </a:r>
          </a:p>
        </p:txBody>
      </p: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BE4F00A2-52EA-2397-60EF-1A2A068EB6A0}"/>
              </a:ext>
            </a:extLst>
          </p:cNvPr>
          <p:cNvCxnSpPr>
            <a:cxnSpLocks/>
            <a:stCxn id="22" idx="3"/>
            <a:endCxn id="21" idx="1"/>
          </p:cNvCxnSpPr>
          <p:nvPr/>
        </p:nvCxnSpPr>
        <p:spPr>
          <a:xfrm flipV="1">
            <a:off x="9560868" y="5298775"/>
            <a:ext cx="275220" cy="26545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AFCB4DE1-691C-BA1B-E0DB-C7219B07317A}"/>
              </a:ext>
            </a:extLst>
          </p:cNvPr>
          <p:cNvCxnSpPr>
            <a:cxnSpLocks/>
            <a:endCxn id="21" idx="1"/>
          </p:cNvCxnSpPr>
          <p:nvPr/>
        </p:nvCxnSpPr>
        <p:spPr>
          <a:xfrm>
            <a:off x="9555171" y="5134641"/>
            <a:ext cx="280917" cy="16413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EFBB9EA-6ED7-E285-2E42-370255CCA4FD}"/>
              </a:ext>
            </a:extLst>
          </p:cNvPr>
          <p:cNvSpPr/>
          <p:nvPr/>
        </p:nvSpPr>
        <p:spPr>
          <a:xfrm>
            <a:off x="9836087" y="5665385"/>
            <a:ext cx="1224075" cy="1760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0" dirty="0"/>
              <a:t>Pros and Cons</a:t>
            </a:r>
            <a:endParaRPr lang="en-GB" sz="1000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4359972-162C-6223-6B59-B1B55851582B}"/>
              </a:ext>
            </a:extLst>
          </p:cNvPr>
          <p:cNvCxnSpPr>
            <a:cxnSpLocks/>
            <a:stCxn id="21" idx="2"/>
            <a:endCxn id="25" idx="0"/>
          </p:cNvCxnSpPr>
          <p:nvPr/>
        </p:nvCxnSpPr>
        <p:spPr>
          <a:xfrm flipH="1">
            <a:off x="10448125" y="5469196"/>
            <a:ext cx="1" cy="1961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3241BCED-4743-17A4-C8F3-76DAEDC8774C}"/>
              </a:ext>
            </a:extLst>
          </p:cNvPr>
          <p:cNvSpPr/>
          <p:nvPr/>
        </p:nvSpPr>
        <p:spPr>
          <a:xfrm>
            <a:off x="7253840" y="5823762"/>
            <a:ext cx="967786" cy="176084"/>
          </a:xfrm>
          <a:prstGeom prst="round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Streaming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071F3D1-31CA-2C9F-7285-D289B7517D5D}"/>
              </a:ext>
            </a:extLst>
          </p:cNvPr>
          <p:cNvCxnSpPr>
            <a:cxnSpLocks/>
          </p:cNvCxnSpPr>
          <p:nvPr/>
        </p:nvCxnSpPr>
        <p:spPr>
          <a:xfrm flipH="1">
            <a:off x="7737733" y="5379610"/>
            <a:ext cx="1853" cy="4441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DD80319-F73E-701A-BCC0-B1C407E7F81B}"/>
              </a:ext>
            </a:extLst>
          </p:cNvPr>
          <p:cNvSpPr/>
          <p:nvPr/>
        </p:nvSpPr>
        <p:spPr>
          <a:xfrm>
            <a:off x="4675477" y="946151"/>
            <a:ext cx="2429835" cy="1831802"/>
          </a:xfrm>
          <a:prstGeom prst="roundRect">
            <a:avLst/>
          </a:prstGeom>
          <a:solidFill>
            <a:schemeClr val="bg1">
              <a:alpha val="6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EE984B4-4220-23F8-EACC-D97AF9C9E27D}"/>
              </a:ext>
            </a:extLst>
          </p:cNvPr>
          <p:cNvSpPr/>
          <p:nvPr/>
        </p:nvSpPr>
        <p:spPr>
          <a:xfrm>
            <a:off x="4933312" y="2771388"/>
            <a:ext cx="3498655" cy="1626667"/>
          </a:xfrm>
          <a:prstGeom prst="roundRect">
            <a:avLst/>
          </a:prstGeom>
          <a:solidFill>
            <a:schemeClr val="bg1">
              <a:alpha val="6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0A51DEB9-2F1A-F342-B635-B4EE632F16F6}"/>
              </a:ext>
            </a:extLst>
          </p:cNvPr>
          <p:cNvSpPr/>
          <p:nvPr/>
        </p:nvSpPr>
        <p:spPr>
          <a:xfrm>
            <a:off x="7105312" y="4345177"/>
            <a:ext cx="1193738" cy="1799311"/>
          </a:xfrm>
          <a:prstGeom prst="roundRect">
            <a:avLst/>
          </a:prstGeom>
          <a:solidFill>
            <a:schemeClr val="bg1">
              <a:alpha val="6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A07293C8-7282-A727-2598-4F6B46FACC03}"/>
              </a:ext>
            </a:extLst>
          </p:cNvPr>
          <p:cNvSpPr/>
          <p:nvPr/>
        </p:nvSpPr>
        <p:spPr>
          <a:xfrm>
            <a:off x="8282269" y="4052983"/>
            <a:ext cx="2954120" cy="809911"/>
          </a:xfrm>
          <a:prstGeom prst="roundRect">
            <a:avLst/>
          </a:prstGeom>
          <a:solidFill>
            <a:schemeClr val="bg1">
              <a:alpha val="6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31D5889-F8DA-62CA-8C98-5B8A0A143450}"/>
              </a:ext>
            </a:extLst>
          </p:cNvPr>
          <p:cNvSpPr/>
          <p:nvPr/>
        </p:nvSpPr>
        <p:spPr>
          <a:xfrm>
            <a:off x="8277419" y="4821251"/>
            <a:ext cx="3482779" cy="1323237"/>
          </a:xfrm>
          <a:prstGeom prst="roundRect">
            <a:avLst/>
          </a:prstGeom>
          <a:solidFill>
            <a:schemeClr val="bg1">
              <a:alpha val="6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A4E0587-33E4-8824-60D9-C7C8AEB55637}"/>
              </a:ext>
            </a:extLst>
          </p:cNvPr>
          <p:cNvCxnSpPr>
            <a:cxnSpLocks/>
          </p:cNvCxnSpPr>
          <p:nvPr/>
        </p:nvCxnSpPr>
        <p:spPr>
          <a:xfrm flipH="1">
            <a:off x="4423454" y="3174619"/>
            <a:ext cx="9285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2EFB12F8-82B6-C863-B76D-702E8B76B151}"/>
              </a:ext>
            </a:extLst>
          </p:cNvPr>
          <p:cNvSpPr/>
          <p:nvPr/>
        </p:nvSpPr>
        <p:spPr>
          <a:xfrm>
            <a:off x="3497126" y="4296527"/>
            <a:ext cx="779507" cy="1760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HDFS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D77CF05-A251-5A88-A830-7E7A9AE2C138}"/>
              </a:ext>
            </a:extLst>
          </p:cNvPr>
          <p:cNvCxnSpPr>
            <a:cxnSpLocks/>
          </p:cNvCxnSpPr>
          <p:nvPr/>
        </p:nvCxnSpPr>
        <p:spPr>
          <a:xfrm flipH="1">
            <a:off x="3894171" y="3350703"/>
            <a:ext cx="2" cy="3130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36FA1E8-3072-E9F5-6BBB-792D050FCAF6}"/>
              </a:ext>
            </a:extLst>
          </p:cNvPr>
          <p:cNvCxnSpPr>
            <a:cxnSpLocks/>
            <a:endCxn id="35" idx="0"/>
          </p:cNvCxnSpPr>
          <p:nvPr/>
        </p:nvCxnSpPr>
        <p:spPr>
          <a:xfrm flipH="1">
            <a:off x="3886880" y="3839860"/>
            <a:ext cx="7291" cy="4566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8085D798-85C9-649B-8745-479209F3AC75}"/>
              </a:ext>
            </a:extLst>
          </p:cNvPr>
          <p:cNvSpPr/>
          <p:nvPr/>
        </p:nvSpPr>
        <p:spPr>
          <a:xfrm>
            <a:off x="3364891" y="2998535"/>
            <a:ext cx="1058563" cy="3521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Persistent Storage Primer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A7BDC29A-A28E-9D92-5890-F0A6A7D333BE}"/>
              </a:ext>
            </a:extLst>
          </p:cNvPr>
          <p:cNvSpPr/>
          <p:nvPr/>
        </p:nvSpPr>
        <p:spPr>
          <a:xfrm>
            <a:off x="3485232" y="3961434"/>
            <a:ext cx="791401" cy="1760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NFS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F9217D3D-A29A-5D0E-4140-9B8B8D4DF719}"/>
              </a:ext>
            </a:extLst>
          </p:cNvPr>
          <p:cNvSpPr/>
          <p:nvPr/>
        </p:nvSpPr>
        <p:spPr>
          <a:xfrm>
            <a:off x="3112864" y="3663776"/>
            <a:ext cx="1562613" cy="1760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Distributed Storage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9A27BC77-92FB-703D-D6D8-52A414B50D87}"/>
              </a:ext>
            </a:extLst>
          </p:cNvPr>
          <p:cNvSpPr/>
          <p:nvPr/>
        </p:nvSpPr>
        <p:spPr>
          <a:xfrm>
            <a:off x="2359794" y="4287489"/>
            <a:ext cx="838434" cy="19860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HDFS Extras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C097A1F-8EF1-85C6-9502-7059A8455BC8}"/>
              </a:ext>
            </a:extLst>
          </p:cNvPr>
          <p:cNvCxnSpPr>
            <a:cxnSpLocks/>
            <a:endCxn id="41" idx="3"/>
          </p:cNvCxnSpPr>
          <p:nvPr/>
        </p:nvCxnSpPr>
        <p:spPr>
          <a:xfrm flipH="1">
            <a:off x="3198228" y="4384569"/>
            <a:ext cx="298898" cy="22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EA53C314-C52E-1CCE-B0F8-FD9E971F7352}"/>
              </a:ext>
            </a:extLst>
          </p:cNvPr>
          <p:cNvSpPr/>
          <p:nvPr/>
        </p:nvSpPr>
        <p:spPr>
          <a:xfrm>
            <a:off x="1775510" y="5344953"/>
            <a:ext cx="779507" cy="1760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LSM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A7DDB539-D216-DF6A-CEDA-A23F65898537}"/>
              </a:ext>
            </a:extLst>
          </p:cNvPr>
          <p:cNvSpPr/>
          <p:nvPr/>
        </p:nvSpPr>
        <p:spPr>
          <a:xfrm>
            <a:off x="1666579" y="5673773"/>
            <a:ext cx="997371" cy="1760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Bloom Filters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5C51C8E0-6B98-D4FC-B6B9-25D9A8337511}"/>
              </a:ext>
            </a:extLst>
          </p:cNvPr>
          <p:cNvCxnSpPr>
            <a:cxnSpLocks/>
            <a:stCxn id="43" idx="2"/>
            <a:endCxn id="44" idx="0"/>
          </p:cNvCxnSpPr>
          <p:nvPr/>
        </p:nvCxnSpPr>
        <p:spPr>
          <a:xfrm>
            <a:off x="2165264" y="5521037"/>
            <a:ext cx="1" cy="1527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044D5BB3-E11C-6B92-CA8A-C50A0F3039E4}"/>
              </a:ext>
            </a:extLst>
          </p:cNvPr>
          <p:cNvSpPr/>
          <p:nvPr/>
        </p:nvSpPr>
        <p:spPr>
          <a:xfrm>
            <a:off x="3467661" y="4838254"/>
            <a:ext cx="838434" cy="30945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HDFS Reads and Writes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748E90B6-1589-7C66-C83A-2104207B6711}"/>
              </a:ext>
            </a:extLst>
          </p:cNvPr>
          <p:cNvCxnSpPr>
            <a:cxnSpLocks/>
            <a:stCxn id="49" idx="1"/>
            <a:endCxn id="54" idx="3"/>
          </p:cNvCxnSpPr>
          <p:nvPr/>
        </p:nvCxnSpPr>
        <p:spPr>
          <a:xfrm flipH="1">
            <a:off x="2584481" y="4992984"/>
            <a:ext cx="883180" cy="113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33B4F2DA-A78E-9A47-D2DD-82DB6DB5C9AD}"/>
              </a:ext>
            </a:extLst>
          </p:cNvPr>
          <p:cNvCxnSpPr>
            <a:cxnSpLocks/>
            <a:endCxn id="49" idx="0"/>
          </p:cNvCxnSpPr>
          <p:nvPr/>
        </p:nvCxnSpPr>
        <p:spPr>
          <a:xfrm flipH="1">
            <a:off x="3886878" y="4472611"/>
            <a:ext cx="2" cy="3656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607A3E9B-12A3-90DC-26B4-128CB8ECEFA0}"/>
              </a:ext>
            </a:extLst>
          </p:cNvPr>
          <p:cNvSpPr/>
          <p:nvPr/>
        </p:nvSpPr>
        <p:spPr>
          <a:xfrm>
            <a:off x="1746047" y="4849582"/>
            <a:ext cx="838434" cy="30945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CAP and BASE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F96E86E-EF69-53E8-D232-8410B9E924F3}"/>
              </a:ext>
            </a:extLst>
          </p:cNvPr>
          <p:cNvCxnSpPr>
            <a:cxnSpLocks/>
            <a:stCxn id="54" idx="2"/>
          </p:cNvCxnSpPr>
          <p:nvPr/>
        </p:nvCxnSpPr>
        <p:spPr>
          <a:xfrm flipH="1">
            <a:off x="2156060" y="5159041"/>
            <a:ext cx="9204" cy="1973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99693DEE-D601-3706-7F2A-956010C4C47A}"/>
              </a:ext>
            </a:extLst>
          </p:cNvPr>
          <p:cNvSpPr/>
          <p:nvPr/>
        </p:nvSpPr>
        <p:spPr>
          <a:xfrm>
            <a:off x="3096799" y="2696993"/>
            <a:ext cx="1602918" cy="1508652"/>
          </a:xfrm>
          <a:prstGeom prst="roundRect">
            <a:avLst/>
          </a:prstGeom>
          <a:solidFill>
            <a:schemeClr val="bg1">
              <a:alpha val="6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12B4032D-4C52-D94E-5A1B-83683509E105}"/>
              </a:ext>
            </a:extLst>
          </p:cNvPr>
          <p:cNvCxnSpPr>
            <a:cxnSpLocks/>
          </p:cNvCxnSpPr>
          <p:nvPr/>
        </p:nvCxnSpPr>
        <p:spPr>
          <a:xfrm flipH="1">
            <a:off x="3198228" y="4384569"/>
            <a:ext cx="298898" cy="22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017A19C2-F9A3-4E64-7F23-12C2CED83BFE}"/>
              </a:ext>
            </a:extLst>
          </p:cNvPr>
          <p:cNvSpPr/>
          <p:nvPr/>
        </p:nvSpPr>
        <p:spPr>
          <a:xfrm>
            <a:off x="3301349" y="5667575"/>
            <a:ext cx="1171059" cy="1760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err="1"/>
              <a:t>BigTable</a:t>
            </a:r>
            <a:r>
              <a:rPr lang="en-GB" sz="1000"/>
              <a:t>/</a:t>
            </a:r>
            <a:r>
              <a:rPr lang="en-GB" sz="1000" err="1"/>
              <a:t>Hbase</a:t>
            </a:r>
            <a:endParaRPr lang="en-GB" sz="1000"/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DF54579F-D22D-F63C-378B-B928831B112D}"/>
              </a:ext>
            </a:extLst>
          </p:cNvPr>
          <p:cNvSpPr/>
          <p:nvPr/>
        </p:nvSpPr>
        <p:spPr>
          <a:xfrm>
            <a:off x="1666579" y="5957903"/>
            <a:ext cx="978962" cy="39069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Chubby and </a:t>
            </a:r>
            <a:r>
              <a:rPr lang="en-GB" sz="1000" dirty="0" err="1"/>
              <a:t>ZooKeeper</a:t>
            </a:r>
            <a:endParaRPr lang="en-GB" sz="1000" dirty="0"/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3B67CA30-F7E8-F6BC-AAE3-EA3CCC9ACD6F}"/>
              </a:ext>
            </a:extLst>
          </p:cNvPr>
          <p:cNvCxnSpPr>
            <a:cxnSpLocks/>
            <a:endCxn id="48" idx="1"/>
          </p:cNvCxnSpPr>
          <p:nvPr/>
        </p:nvCxnSpPr>
        <p:spPr>
          <a:xfrm flipV="1">
            <a:off x="2663950" y="5755617"/>
            <a:ext cx="637399" cy="61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5113A414-10C7-E909-88DE-DD9133F0A902}"/>
              </a:ext>
            </a:extLst>
          </p:cNvPr>
          <p:cNvCxnSpPr>
            <a:cxnSpLocks/>
            <a:endCxn id="48" idx="0"/>
          </p:cNvCxnSpPr>
          <p:nvPr/>
        </p:nvCxnSpPr>
        <p:spPr>
          <a:xfrm>
            <a:off x="3886878" y="5147713"/>
            <a:ext cx="1" cy="5198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or: Elbow 67">
            <a:extLst>
              <a:ext uri="{FF2B5EF4-FFF2-40B4-BE49-F238E27FC236}">
                <a16:creationId xmlns:a16="http://schemas.microsoft.com/office/drawing/2014/main" id="{3D431D96-84D3-EF0F-74D5-8F66538894C2}"/>
              </a:ext>
            </a:extLst>
          </p:cNvPr>
          <p:cNvCxnSpPr>
            <a:cxnSpLocks/>
            <a:stCxn id="48" idx="2"/>
            <a:endCxn id="63" idx="3"/>
          </p:cNvCxnSpPr>
          <p:nvPr/>
        </p:nvCxnSpPr>
        <p:spPr>
          <a:xfrm rot="5400000">
            <a:off x="3111415" y="5377785"/>
            <a:ext cx="309591" cy="124133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74827EA5-9144-1473-8F1E-58BA398A8CCE}"/>
              </a:ext>
            </a:extLst>
          </p:cNvPr>
          <p:cNvSpPr/>
          <p:nvPr/>
        </p:nvSpPr>
        <p:spPr>
          <a:xfrm>
            <a:off x="1672170" y="6425077"/>
            <a:ext cx="997371" cy="30959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DHT Overlay Networks</a:t>
            </a:r>
          </a:p>
        </p:txBody>
      </p: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8D7EB0C6-4377-5FF8-7191-EF93059E8CC5}"/>
              </a:ext>
            </a:extLst>
          </p:cNvPr>
          <p:cNvCxnSpPr>
            <a:cxnSpLocks/>
          </p:cNvCxnSpPr>
          <p:nvPr/>
        </p:nvCxnSpPr>
        <p:spPr>
          <a:xfrm rot="10800000" flipV="1">
            <a:off x="2669542" y="6153249"/>
            <a:ext cx="1217337" cy="42662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99CBE965-87A9-C072-4072-363747336824}"/>
              </a:ext>
            </a:extLst>
          </p:cNvPr>
          <p:cNvSpPr/>
          <p:nvPr/>
        </p:nvSpPr>
        <p:spPr>
          <a:xfrm>
            <a:off x="1212851" y="4183638"/>
            <a:ext cx="3769314" cy="2627510"/>
          </a:xfrm>
          <a:prstGeom prst="roundRect">
            <a:avLst/>
          </a:prstGeom>
          <a:solidFill>
            <a:schemeClr val="bg1">
              <a:alpha val="6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041972DE-F5DF-7623-9D84-F0B4107A6571}"/>
              </a:ext>
            </a:extLst>
          </p:cNvPr>
          <p:cNvSpPr/>
          <p:nvPr/>
        </p:nvSpPr>
        <p:spPr>
          <a:xfrm>
            <a:off x="5181942" y="3663776"/>
            <a:ext cx="1562613" cy="176084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Resource Management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9C15B212-0865-11A6-1AA6-8B92F64DDBD9}"/>
              </a:ext>
            </a:extLst>
          </p:cNvPr>
          <p:cNvSpPr/>
          <p:nvPr/>
        </p:nvSpPr>
        <p:spPr>
          <a:xfrm>
            <a:off x="3308641" y="6488068"/>
            <a:ext cx="1171059" cy="176084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Cassandra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E430BAF0-94EF-E4F7-B1D8-F9411A548E27}"/>
              </a:ext>
            </a:extLst>
          </p:cNvPr>
          <p:cNvCxnSpPr>
            <a:cxnSpLocks/>
            <a:endCxn id="45" idx="1"/>
          </p:cNvCxnSpPr>
          <p:nvPr/>
        </p:nvCxnSpPr>
        <p:spPr>
          <a:xfrm>
            <a:off x="4675477" y="3751818"/>
            <a:ext cx="50646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8B411C61-ACC0-F924-6034-B965DED4C7FC}"/>
              </a:ext>
            </a:extLst>
          </p:cNvPr>
          <p:cNvCxnSpPr>
            <a:cxnSpLocks/>
            <a:endCxn id="45" idx="3"/>
          </p:cNvCxnSpPr>
          <p:nvPr/>
        </p:nvCxnSpPr>
        <p:spPr>
          <a:xfrm flipH="1" flipV="1">
            <a:off x="6744555" y="3751818"/>
            <a:ext cx="360757" cy="80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574C4312-FCCD-041F-2B0E-4AD748656853}"/>
              </a:ext>
            </a:extLst>
          </p:cNvPr>
          <p:cNvCxnSpPr>
            <a:cxnSpLocks/>
            <a:stCxn id="45" idx="2"/>
            <a:endCxn id="75" idx="0"/>
          </p:cNvCxnSpPr>
          <p:nvPr/>
        </p:nvCxnSpPr>
        <p:spPr>
          <a:xfrm>
            <a:off x="5963249" y="3839860"/>
            <a:ext cx="1520" cy="1318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12CCD80C-ED6A-7DB2-52F4-2C24EB4BE331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3886879" y="5843659"/>
            <a:ext cx="7292" cy="6444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039C10E1-8DFC-C327-E6C7-0B60D9B54D7D}"/>
              </a:ext>
            </a:extLst>
          </p:cNvPr>
          <p:cNvSpPr/>
          <p:nvPr/>
        </p:nvSpPr>
        <p:spPr>
          <a:xfrm>
            <a:off x="5542770" y="3971725"/>
            <a:ext cx="843998" cy="33088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Software Sandboxes</a:t>
            </a:r>
          </a:p>
        </p:txBody>
      </p:sp>
    </p:spTree>
    <p:extLst>
      <p:ext uri="{BB962C8B-B14F-4D97-AF65-F5344CB8AC3E}">
        <p14:creationId xmlns:p14="http://schemas.microsoft.com/office/powerpoint/2010/main" val="34615060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15A79-2E41-94DF-6C0C-7DC30F0FA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Week 10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CFD2747-D7E6-C927-57A3-34E9415E6B49}"/>
              </a:ext>
            </a:extLst>
          </p:cNvPr>
          <p:cNvSpPr/>
          <p:nvPr/>
        </p:nvSpPr>
        <p:spPr>
          <a:xfrm>
            <a:off x="5451890" y="1812287"/>
            <a:ext cx="858796" cy="3521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Types of Big Data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244ACBA-47B8-97A7-AE04-FC6F58E2A765}"/>
              </a:ext>
            </a:extLst>
          </p:cNvPr>
          <p:cNvSpPr/>
          <p:nvPr/>
        </p:nvSpPr>
        <p:spPr>
          <a:xfrm>
            <a:off x="4909064" y="2406441"/>
            <a:ext cx="858796" cy="3521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Hardware Primer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5F22B519-DC02-DD90-C3D7-C4F6A9A767FB}"/>
              </a:ext>
            </a:extLst>
          </p:cNvPr>
          <p:cNvSpPr/>
          <p:nvPr/>
        </p:nvSpPr>
        <p:spPr>
          <a:xfrm>
            <a:off x="6037648" y="2405411"/>
            <a:ext cx="858796" cy="3521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Service Needs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1A5D8E5-A05B-C79F-B86F-603ED127FF32}"/>
              </a:ext>
            </a:extLst>
          </p:cNvPr>
          <p:cNvSpPr/>
          <p:nvPr/>
        </p:nvSpPr>
        <p:spPr>
          <a:xfrm>
            <a:off x="5352006" y="2998535"/>
            <a:ext cx="1058563" cy="3521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Horizontal vs. Vertical Scaling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5FAE15F7-7A6A-F246-62A8-BD6A04124BB1}"/>
              </a:ext>
            </a:extLst>
          </p:cNvPr>
          <p:cNvSpPr/>
          <p:nvPr/>
        </p:nvSpPr>
        <p:spPr>
          <a:xfrm>
            <a:off x="7208453" y="2998535"/>
            <a:ext cx="1058563" cy="3521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Parallel Compute</a:t>
            </a:r>
          </a:p>
        </p:txBody>
      </p: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DE2A796F-D81E-1A21-6D96-E68E293EB9BD}"/>
              </a:ext>
            </a:extLst>
          </p:cNvPr>
          <p:cNvCxnSpPr>
            <a:cxnSpLocks/>
            <a:stCxn id="18" idx="2"/>
            <a:endCxn id="19" idx="0"/>
          </p:cNvCxnSpPr>
          <p:nvPr/>
        </p:nvCxnSpPr>
        <p:spPr>
          <a:xfrm rot="5400000">
            <a:off x="5488882" y="2014035"/>
            <a:ext cx="241986" cy="54282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5FC829E0-C19B-C595-B863-D8DC7E489692}"/>
              </a:ext>
            </a:extLst>
          </p:cNvPr>
          <p:cNvCxnSpPr>
            <a:cxnSpLocks/>
            <a:stCxn id="18" idx="2"/>
            <a:endCxn id="51" idx="0"/>
          </p:cNvCxnSpPr>
          <p:nvPr/>
        </p:nvCxnSpPr>
        <p:spPr>
          <a:xfrm rot="16200000" flipH="1">
            <a:off x="6053689" y="1992054"/>
            <a:ext cx="240956" cy="58575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4C0ECDF2-30CC-5E99-143B-7E9F0D4F0D28}"/>
              </a:ext>
            </a:extLst>
          </p:cNvPr>
          <p:cNvCxnSpPr>
            <a:cxnSpLocks/>
            <a:stCxn id="51" idx="2"/>
            <a:endCxn id="56" idx="0"/>
          </p:cNvCxnSpPr>
          <p:nvPr/>
        </p:nvCxnSpPr>
        <p:spPr>
          <a:xfrm rot="5400000">
            <a:off x="6053689" y="2585178"/>
            <a:ext cx="240956" cy="58575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45F27A6A-F3F4-F90A-06FF-2649C9A97428}"/>
              </a:ext>
            </a:extLst>
          </p:cNvPr>
          <p:cNvCxnSpPr>
            <a:cxnSpLocks/>
            <a:stCxn id="19" idx="2"/>
            <a:endCxn id="56" idx="0"/>
          </p:cNvCxnSpPr>
          <p:nvPr/>
        </p:nvCxnSpPr>
        <p:spPr>
          <a:xfrm rot="16200000" flipH="1">
            <a:off x="5489912" y="2607159"/>
            <a:ext cx="239926" cy="54282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713C255F-3A56-D11C-24DE-1D061BD5DCD8}"/>
              </a:ext>
            </a:extLst>
          </p:cNvPr>
          <p:cNvCxnSpPr>
            <a:cxnSpLocks/>
            <a:stCxn id="56" idx="3"/>
            <a:endCxn id="58" idx="1"/>
          </p:cNvCxnSpPr>
          <p:nvPr/>
        </p:nvCxnSpPr>
        <p:spPr>
          <a:xfrm>
            <a:off x="6410569" y="3174619"/>
            <a:ext cx="7978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BED1034-3E7E-E468-AA29-70F7E57AD0BC}"/>
              </a:ext>
            </a:extLst>
          </p:cNvPr>
          <p:cNvSpPr/>
          <p:nvPr/>
        </p:nvSpPr>
        <p:spPr>
          <a:xfrm>
            <a:off x="7258689" y="4153237"/>
            <a:ext cx="967786" cy="1760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MapReduce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4010934-EF3D-88F4-96CA-CBE96BC60CF8}"/>
              </a:ext>
            </a:extLst>
          </p:cNvPr>
          <p:cNvSpPr/>
          <p:nvPr/>
        </p:nvSpPr>
        <p:spPr>
          <a:xfrm>
            <a:off x="7105312" y="3587142"/>
            <a:ext cx="1264843" cy="34551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Work Distribution Challenges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0173B12-7F4C-44D6-1EDB-AB17285BC2E0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7737734" y="3350703"/>
            <a:ext cx="1" cy="2364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E3CE129-616C-F6B1-7866-1617F4E190FF}"/>
              </a:ext>
            </a:extLst>
          </p:cNvPr>
          <p:cNvCxnSpPr>
            <a:cxnSpLocks/>
            <a:stCxn id="4" idx="2"/>
            <a:endCxn id="3" idx="0"/>
          </p:cNvCxnSpPr>
          <p:nvPr/>
        </p:nvCxnSpPr>
        <p:spPr>
          <a:xfrm>
            <a:off x="7737734" y="3932655"/>
            <a:ext cx="4848" cy="2205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195AC92-768A-3277-5C41-6A840F3A9876}"/>
              </a:ext>
            </a:extLst>
          </p:cNvPr>
          <p:cNvSpPr/>
          <p:nvPr/>
        </p:nvSpPr>
        <p:spPr>
          <a:xfrm>
            <a:off x="7258689" y="4486097"/>
            <a:ext cx="967786" cy="1760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Hadoop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1BA5413-5323-B0BA-DDBC-EEAEDC78B838}"/>
              </a:ext>
            </a:extLst>
          </p:cNvPr>
          <p:cNvSpPr/>
          <p:nvPr/>
        </p:nvSpPr>
        <p:spPr>
          <a:xfrm>
            <a:off x="8555339" y="4415571"/>
            <a:ext cx="967786" cy="31763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0" dirty="0"/>
              <a:t>Hadoop Execution</a:t>
            </a:r>
            <a:endParaRPr lang="en-GB" sz="100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105335C-0EE8-C40F-54A4-2EE8E9CEA5D4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8226475" y="4574139"/>
            <a:ext cx="328864" cy="2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BE2D4FC-62B2-778B-0935-30A6ED5BC54B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7742582" y="4329321"/>
            <a:ext cx="0" cy="1567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38570EA-419E-D459-FB2C-EB941762DCF6}"/>
              </a:ext>
            </a:extLst>
          </p:cNvPr>
          <p:cNvSpPr/>
          <p:nvPr/>
        </p:nvSpPr>
        <p:spPr>
          <a:xfrm>
            <a:off x="9836088" y="4303137"/>
            <a:ext cx="1003390" cy="1760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0" dirty="0"/>
              <a:t>Extra Concepts</a:t>
            </a:r>
            <a:endParaRPr lang="en-GB" sz="1000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9D5AC64-9AE7-2A5C-FEB4-00A20C140A77}"/>
              </a:ext>
            </a:extLst>
          </p:cNvPr>
          <p:cNvSpPr/>
          <p:nvPr/>
        </p:nvSpPr>
        <p:spPr>
          <a:xfrm>
            <a:off x="9836088" y="4668038"/>
            <a:ext cx="1003390" cy="1760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0" dirty="0"/>
              <a:t>Hadoop Issues</a:t>
            </a:r>
            <a:endParaRPr lang="en-GB" sz="1000" dirty="0"/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0B171569-E994-B83C-72A6-2015115C8C3E}"/>
              </a:ext>
            </a:extLst>
          </p:cNvPr>
          <p:cNvCxnSpPr>
            <a:stCxn id="8" idx="3"/>
            <a:endCxn id="11" idx="1"/>
          </p:cNvCxnSpPr>
          <p:nvPr/>
        </p:nvCxnSpPr>
        <p:spPr>
          <a:xfrm flipV="1">
            <a:off x="9523125" y="4391179"/>
            <a:ext cx="312963" cy="18321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7EC5133D-9BD3-9DBC-0EF9-99641034CF85}"/>
              </a:ext>
            </a:extLst>
          </p:cNvPr>
          <p:cNvCxnSpPr>
            <a:cxnSpLocks/>
            <a:stCxn id="8" idx="3"/>
            <a:endCxn id="12" idx="1"/>
          </p:cNvCxnSpPr>
          <p:nvPr/>
        </p:nvCxnSpPr>
        <p:spPr>
          <a:xfrm>
            <a:off x="9523125" y="4574390"/>
            <a:ext cx="312963" cy="18169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E7E1253-3BFC-DCBF-C3B3-518167D1BEA0}"/>
              </a:ext>
            </a:extLst>
          </p:cNvPr>
          <p:cNvSpPr/>
          <p:nvPr/>
        </p:nvSpPr>
        <p:spPr>
          <a:xfrm>
            <a:off x="7255693" y="5203526"/>
            <a:ext cx="967786" cy="1760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Spark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3665ACE-FCE9-BD9F-D47A-15C3E78D710D}"/>
              </a:ext>
            </a:extLst>
          </p:cNvPr>
          <p:cNvSpPr/>
          <p:nvPr/>
        </p:nvSpPr>
        <p:spPr>
          <a:xfrm>
            <a:off x="8535658" y="5046599"/>
            <a:ext cx="1019513" cy="1760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DAGs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CCA0FA7-1A53-FE3B-BD8F-D5A302C866EE}"/>
              </a:ext>
            </a:extLst>
          </p:cNvPr>
          <p:cNvCxnSpPr>
            <a:cxnSpLocks/>
            <a:endCxn id="15" idx="0"/>
          </p:cNvCxnSpPr>
          <p:nvPr/>
        </p:nvCxnSpPr>
        <p:spPr>
          <a:xfrm flipH="1">
            <a:off x="7739586" y="4662181"/>
            <a:ext cx="2996" cy="5413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99FC0391-4849-6E69-F7EC-2DCB5D71146F}"/>
              </a:ext>
            </a:extLst>
          </p:cNvPr>
          <p:cNvCxnSpPr>
            <a:cxnSpLocks/>
            <a:stCxn id="15" idx="3"/>
            <a:endCxn id="16" idx="1"/>
          </p:cNvCxnSpPr>
          <p:nvPr/>
        </p:nvCxnSpPr>
        <p:spPr>
          <a:xfrm flipV="1">
            <a:off x="8223479" y="5134641"/>
            <a:ext cx="312179" cy="15692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35AB20A-DE01-DE5E-694F-153A90F21AED}"/>
              </a:ext>
            </a:extLst>
          </p:cNvPr>
          <p:cNvSpPr/>
          <p:nvPr/>
        </p:nvSpPr>
        <p:spPr>
          <a:xfrm>
            <a:off x="9836088" y="5128353"/>
            <a:ext cx="1224075" cy="34084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Transformations and Actions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718CF52-0463-5547-1C35-B6576B447226}"/>
              </a:ext>
            </a:extLst>
          </p:cNvPr>
          <p:cNvSpPr/>
          <p:nvPr/>
        </p:nvSpPr>
        <p:spPr>
          <a:xfrm>
            <a:off x="8541355" y="5406003"/>
            <a:ext cx="1019513" cy="31646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Spark Architecture</a:t>
            </a:r>
          </a:p>
        </p:txBody>
      </p: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BE4F00A2-52EA-2397-60EF-1A2A068EB6A0}"/>
              </a:ext>
            </a:extLst>
          </p:cNvPr>
          <p:cNvCxnSpPr>
            <a:cxnSpLocks/>
            <a:stCxn id="22" idx="3"/>
            <a:endCxn id="21" idx="1"/>
          </p:cNvCxnSpPr>
          <p:nvPr/>
        </p:nvCxnSpPr>
        <p:spPr>
          <a:xfrm flipV="1">
            <a:off x="9560868" y="5298775"/>
            <a:ext cx="275220" cy="26545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AFCB4DE1-691C-BA1B-E0DB-C7219B07317A}"/>
              </a:ext>
            </a:extLst>
          </p:cNvPr>
          <p:cNvCxnSpPr>
            <a:cxnSpLocks/>
            <a:endCxn id="21" idx="1"/>
          </p:cNvCxnSpPr>
          <p:nvPr/>
        </p:nvCxnSpPr>
        <p:spPr>
          <a:xfrm>
            <a:off x="9555171" y="5134641"/>
            <a:ext cx="280917" cy="16413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EFBB9EA-6ED7-E285-2E42-370255CCA4FD}"/>
              </a:ext>
            </a:extLst>
          </p:cNvPr>
          <p:cNvSpPr/>
          <p:nvPr/>
        </p:nvSpPr>
        <p:spPr>
          <a:xfrm>
            <a:off x="9836087" y="5665385"/>
            <a:ext cx="1224075" cy="1760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0" dirty="0"/>
              <a:t>Pros and Cons</a:t>
            </a:r>
            <a:endParaRPr lang="en-GB" sz="1000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4359972-162C-6223-6B59-B1B55851582B}"/>
              </a:ext>
            </a:extLst>
          </p:cNvPr>
          <p:cNvCxnSpPr>
            <a:cxnSpLocks/>
            <a:stCxn id="21" idx="2"/>
            <a:endCxn id="25" idx="0"/>
          </p:cNvCxnSpPr>
          <p:nvPr/>
        </p:nvCxnSpPr>
        <p:spPr>
          <a:xfrm flipH="1">
            <a:off x="10448125" y="5469196"/>
            <a:ext cx="1" cy="1961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3241BCED-4743-17A4-C8F3-76DAEDC8774C}"/>
              </a:ext>
            </a:extLst>
          </p:cNvPr>
          <p:cNvSpPr/>
          <p:nvPr/>
        </p:nvSpPr>
        <p:spPr>
          <a:xfrm>
            <a:off x="7253840" y="5823762"/>
            <a:ext cx="967786" cy="176084"/>
          </a:xfrm>
          <a:prstGeom prst="round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Streaming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071F3D1-31CA-2C9F-7285-D289B7517D5D}"/>
              </a:ext>
            </a:extLst>
          </p:cNvPr>
          <p:cNvCxnSpPr>
            <a:cxnSpLocks/>
          </p:cNvCxnSpPr>
          <p:nvPr/>
        </p:nvCxnSpPr>
        <p:spPr>
          <a:xfrm flipH="1">
            <a:off x="7737733" y="5379610"/>
            <a:ext cx="1853" cy="4441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DD80319-F73E-701A-BCC0-B1C407E7F81B}"/>
              </a:ext>
            </a:extLst>
          </p:cNvPr>
          <p:cNvSpPr/>
          <p:nvPr/>
        </p:nvSpPr>
        <p:spPr>
          <a:xfrm>
            <a:off x="4675477" y="946151"/>
            <a:ext cx="2429835" cy="1831802"/>
          </a:xfrm>
          <a:prstGeom prst="roundRect">
            <a:avLst/>
          </a:prstGeom>
          <a:solidFill>
            <a:schemeClr val="bg1">
              <a:alpha val="6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0A51DEB9-2F1A-F342-B635-B4EE632F16F6}"/>
              </a:ext>
            </a:extLst>
          </p:cNvPr>
          <p:cNvSpPr/>
          <p:nvPr/>
        </p:nvSpPr>
        <p:spPr>
          <a:xfrm>
            <a:off x="7105312" y="4345177"/>
            <a:ext cx="1193738" cy="1799311"/>
          </a:xfrm>
          <a:prstGeom prst="roundRect">
            <a:avLst/>
          </a:prstGeom>
          <a:solidFill>
            <a:schemeClr val="bg1">
              <a:alpha val="6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A07293C8-7282-A727-2598-4F6B46FACC03}"/>
              </a:ext>
            </a:extLst>
          </p:cNvPr>
          <p:cNvSpPr/>
          <p:nvPr/>
        </p:nvSpPr>
        <p:spPr>
          <a:xfrm>
            <a:off x="8282269" y="4052983"/>
            <a:ext cx="2954120" cy="809911"/>
          </a:xfrm>
          <a:prstGeom prst="roundRect">
            <a:avLst/>
          </a:prstGeom>
          <a:solidFill>
            <a:schemeClr val="bg1">
              <a:alpha val="6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31D5889-F8DA-62CA-8C98-5B8A0A143450}"/>
              </a:ext>
            </a:extLst>
          </p:cNvPr>
          <p:cNvSpPr/>
          <p:nvPr/>
        </p:nvSpPr>
        <p:spPr>
          <a:xfrm>
            <a:off x="8277419" y="4821251"/>
            <a:ext cx="3482779" cy="1323237"/>
          </a:xfrm>
          <a:prstGeom prst="roundRect">
            <a:avLst/>
          </a:prstGeom>
          <a:solidFill>
            <a:schemeClr val="bg1">
              <a:alpha val="6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A4E0587-33E4-8824-60D9-C7C8AEB55637}"/>
              </a:ext>
            </a:extLst>
          </p:cNvPr>
          <p:cNvCxnSpPr>
            <a:cxnSpLocks/>
          </p:cNvCxnSpPr>
          <p:nvPr/>
        </p:nvCxnSpPr>
        <p:spPr>
          <a:xfrm flipH="1">
            <a:off x="4423454" y="3174619"/>
            <a:ext cx="9285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2EFB12F8-82B6-C863-B76D-702E8B76B151}"/>
              </a:ext>
            </a:extLst>
          </p:cNvPr>
          <p:cNvSpPr/>
          <p:nvPr/>
        </p:nvSpPr>
        <p:spPr>
          <a:xfrm>
            <a:off x="3497126" y="4296527"/>
            <a:ext cx="779507" cy="1760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HDFS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D77CF05-A251-5A88-A830-7E7A9AE2C138}"/>
              </a:ext>
            </a:extLst>
          </p:cNvPr>
          <p:cNvCxnSpPr>
            <a:cxnSpLocks/>
          </p:cNvCxnSpPr>
          <p:nvPr/>
        </p:nvCxnSpPr>
        <p:spPr>
          <a:xfrm flipH="1">
            <a:off x="3894171" y="3350703"/>
            <a:ext cx="2" cy="3130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36FA1E8-3072-E9F5-6BBB-792D050FCAF6}"/>
              </a:ext>
            </a:extLst>
          </p:cNvPr>
          <p:cNvCxnSpPr>
            <a:cxnSpLocks/>
            <a:endCxn id="35" idx="0"/>
          </p:cNvCxnSpPr>
          <p:nvPr/>
        </p:nvCxnSpPr>
        <p:spPr>
          <a:xfrm flipH="1">
            <a:off x="3886880" y="3839860"/>
            <a:ext cx="7291" cy="4566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8085D798-85C9-649B-8745-479209F3AC75}"/>
              </a:ext>
            </a:extLst>
          </p:cNvPr>
          <p:cNvSpPr/>
          <p:nvPr/>
        </p:nvSpPr>
        <p:spPr>
          <a:xfrm>
            <a:off x="3364891" y="2998535"/>
            <a:ext cx="1058563" cy="3521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Persistent Storage Primer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A7BDC29A-A28E-9D92-5890-F0A6A7D333BE}"/>
              </a:ext>
            </a:extLst>
          </p:cNvPr>
          <p:cNvSpPr/>
          <p:nvPr/>
        </p:nvSpPr>
        <p:spPr>
          <a:xfrm>
            <a:off x="3485232" y="3961434"/>
            <a:ext cx="791401" cy="1760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NFS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F9217D3D-A29A-5D0E-4140-9B8B8D4DF719}"/>
              </a:ext>
            </a:extLst>
          </p:cNvPr>
          <p:cNvSpPr/>
          <p:nvPr/>
        </p:nvSpPr>
        <p:spPr>
          <a:xfrm>
            <a:off x="3112864" y="3663776"/>
            <a:ext cx="1562613" cy="1760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Distributed Storage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9A27BC77-92FB-703D-D6D8-52A414B50D87}"/>
              </a:ext>
            </a:extLst>
          </p:cNvPr>
          <p:cNvSpPr/>
          <p:nvPr/>
        </p:nvSpPr>
        <p:spPr>
          <a:xfrm>
            <a:off x="2359794" y="4287489"/>
            <a:ext cx="838434" cy="19860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HDFS Extras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C097A1F-8EF1-85C6-9502-7059A8455BC8}"/>
              </a:ext>
            </a:extLst>
          </p:cNvPr>
          <p:cNvCxnSpPr>
            <a:cxnSpLocks/>
            <a:endCxn id="41" idx="3"/>
          </p:cNvCxnSpPr>
          <p:nvPr/>
        </p:nvCxnSpPr>
        <p:spPr>
          <a:xfrm flipH="1">
            <a:off x="3198228" y="4384569"/>
            <a:ext cx="298898" cy="22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EA53C314-C52E-1CCE-B0F8-FD9E971F7352}"/>
              </a:ext>
            </a:extLst>
          </p:cNvPr>
          <p:cNvSpPr/>
          <p:nvPr/>
        </p:nvSpPr>
        <p:spPr>
          <a:xfrm>
            <a:off x="1775510" y="5344953"/>
            <a:ext cx="779507" cy="1760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LSM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A7DDB539-D216-DF6A-CEDA-A23F65898537}"/>
              </a:ext>
            </a:extLst>
          </p:cNvPr>
          <p:cNvSpPr/>
          <p:nvPr/>
        </p:nvSpPr>
        <p:spPr>
          <a:xfrm>
            <a:off x="1666579" y="5673773"/>
            <a:ext cx="997371" cy="1760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Bloom Filters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5C51C8E0-6B98-D4FC-B6B9-25D9A8337511}"/>
              </a:ext>
            </a:extLst>
          </p:cNvPr>
          <p:cNvCxnSpPr>
            <a:cxnSpLocks/>
            <a:stCxn id="43" idx="2"/>
            <a:endCxn id="44" idx="0"/>
          </p:cNvCxnSpPr>
          <p:nvPr/>
        </p:nvCxnSpPr>
        <p:spPr>
          <a:xfrm>
            <a:off x="2165264" y="5521037"/>
            <a:ext cx="1" cy="1527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044D5BB3-E11C-6B92-CA8A-C50A0F3039E4}"/>
              </a:ext>
            </a:extLst>
          </p:cNvPr>
          <p:cNvSpPr/>
          <p:nvPr/>
        </p:nvSpPr>
        <p:spPr>
          <a:xfrm>
            <a:off x="3467661" y="4838254"/>
            <a:ext cx="838434" cy="30945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HDFS Reads and Writes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748E90B6-1589-7C66-C83A-2104207B6711}"/>
              </a:ext>
            </a:extLst>
          </p:cNvPr>
          <p:cNvCxnSpPr>
            <a:cxnSpLocks/>
            <a:stCxn id="49" idx="1"/>
            <a:endCxn id="54" idx="3"/>
          </p:cNvCxnSpPr>
          <p:nvPr/>
        </p:nvCxnSpPr>
        <p:spPr>
          <a:xfrm flipH="1">
            <a:off x="2584481" y="4992984"/>
            <a:ext cx="883180" cy="113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33B4F2DA-A78E-9A47-D2DD-82DB6DB5C9AD}"/>
              </a:ext>
            </a:extLst>
          </p:cNvPr>
          <p:cNvCxnSpPr>
            <a:cxnSpLocks/>
            <a:endCxn id="49" idx="0"/>
          </p:cNvCxnSpPr>
          <p:nvPr/>
        </p:nvCxnSpPr>
        <p:spPr>
          <a:xfrm flipH="1">
            <a:off x="3886878" y="4472611"/>
            <a:ext cx="2" cy="3656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607A3E9B-12A3-90DC-26B4-128CB8ECEFA0}"/>
              </a:ext>
            </a:extLst>
          </p:cNvPr>
          <p:cNvSpPr/>
          <p:nvPr/>
        </p:nvSpPr>
        <p:spPr>
          <a:xfrm>
            <a:off x="1746047" y="4849582"/>
            <a:ext cx="838434" cy="30945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CAP and BASE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F96E86E-EF69-53E8-D232-8410B9E924F3}"/>
              </a:ext>
            </a:extLst>
          </p:cNvPr>
          <p:cNvCxnSpPr>
            <a:cxnSpLocks/>
            <a:stCxn id="54" idx="2"/>
          </p:cNvCxnSpPr>
          <p:nvPr/>
        </p:nvCxnSpPr>
        <p:spPr>
          <a:xfrm flipH="1">
            <a:off x="2156060" y="5159041"/>
            <a:ext cx="9204" cy="1973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99693DEE-D601-3706-7F2A-956010C4C47A}"/>
              </a:ext>
            </a:extLst>
          </p:cNvPr>
          <p:cNvSpPr/>
          <p:nvPr/>
        </p:nvSpPr>
        <p:spPr>
          <a:xfrm>
            <a:off x="3096799" y="2696993"/>
            <a:ext cx="1602918" cy="1508652"/>
          </a:xfrm>
          <a:prstGeom prst="roundRect">
            <a:avLst/>
          </a:prstGeom>
          <a:solidFill>
            <a:schemeClr val="bg1">
              <a:alpha val="6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12B4032D-4C52-D94E-5A1B-83683509E105}"/>
              </a:ext>
            </a:extLst>
          </p:cNvPr>
          <p:cNvCxnSpPr>
            <a:cxnSpLocks/>
          </p:cNvCxnSpPr>
          <p:nvPr/>
        </p:nvCxnSpPr>
        <p:spPr>
          <a:xfrm flipH="1">
            <a:off x="3198228" y="4384569"/>
            <a:ext cx="298898" cy="22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017A19C2-F9A3-4E64-7F23-12C2CED83BFE}"/>
              </a:ext>
            </a:extLst>
          </p:cNvPr>
          <p:cNvSpPr/>
          <p:nvPr/>
        </p:nvSpPr>
        <p:spPr>
          <a:xfrm>
            <a:off x="3301349" y="5667575"/>
            <a:ext cx="1171059" cy="1760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err="1"/>
              <a:t>BigTable</a:t>
            </a:r>
            <a:r>
              <a:rPr lang="en-GB" sz="1000"/>
              <a:t>/</a:t>
            </a:r>
            <a:r>
              <a:rPr lang="en-GB" sz="1000" err="1"/>
              <a:t>Hbase</a:t>
            </a:r>
            <a:endParaRPr lang="en-GB" sz="1000"/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DF54579F-D22D-F63C-378B-B928831B112D}"/>
              </a:ext>
            </a:extLst>
          </p:cNvPr>
          <p:cNvSpPr/>
          <p:nvPr/>
        </p:nvSpPr>
        <p:spPr>
          <a:xfrm>
            <a:off x="1666579" y="5957903"/>
            <a:ext cx="978962" cy="39069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Chubby and </a:t>
            </a:r>
            <a:r>
              <a:rPr lang="en-GB" sz="1000" dirty="0" err="1"/>
              <a:t>ZooKeeper</a:t>
            </a:r>
            <a:endParaRPr lang="en-GB" sz="1000" dirty="0"/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3B67CA30-F7E8-F6BC-AAE3-EA3CCC9ACD6F}"/>
              </a:ext>
            </a:extLst>
          </p:cNvPr>
          <p:cNvCxnSpPr>
            <a:cxnSpLocks/>
            <a:endCxn id="48" idx="1"/>
          </p:cNvCxnSpPr>
          <p:nvPr/>
        </p:nvCxnSpPr>
        <p:spPr>
          <a:xfrm flipV="1">
            <a:off x="2663950" y="5755617"/>
            <a:ext cx="637399" cy="61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5113A414-10C7-E909-88DE-DD9133F0A902}"/>
              </a:ext>
            </a:extLst>
          </p:cNvPr>
          <p:cNvCxnSpPr>
            <a:cxnSpLocks/>
            <a:endCxn id="48" idx="0"/>
          </p:cNvCxnSpPr>
          <p:nvPr/>
        </p:nvCxnSpPr>
        <p:spPr>
          <a:xfrm>
            <a:off x="3886878" y="5147713"/>
            <a:ext cx="1" cy="5198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or: Elbow 67">
            <a:extLst>
              <a:ext uri="{FF2B5EF4-FFF2-40B4-BE49-F238E27FC236}">
                <a16:creationId xmlns:a16="http://schemas.microsoft.com/office/drawing/2014/main" id="{3D431D96-84D3-EF0F-74D5-8F66538894C2}"/>
              </a:ext>
            </a:extLst>
          </p:cNvPr>
          <p:cNvCxnSpPr>
            <a:cxnSpLocks/>
            <a:stCxn id="48" idx="2"/>
            <a:endCxn id="63" idx="3"/>
          </p:cNvCxnSpPr>
          <p:nvPr/>
        </p:nvCxnSpPr>
        <p:spPr>
          <a:xfrm rot="5400000">
            <a:off x="3111415" y="5377785"/>
            <a:ext cx="309591" cy="124133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74827EA5-9144-1473-8F1E-58BA398A8CCE}"/>
              </a:ext>
            </a:extLst>
          </p:cNvPr>
          <p:cNvSpPr/>
          <p:nvPr/>
        </p:nvSpPr>
        <p:spPr>
          <a:xfrm>
            <a:off x="1672170" y="6425077"/>
            <a:ext cx="997371" cy="30959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DHT Overlay Networks</a:t>
            </a:r>
          </a:p>
        </p:txBody>
      </p: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8D7EB0C6-4377-5FF8-7191-EF93059E8CC5}"/>
              </a:ext>
            </a:extLst>
          </p:cNvPr>
          <p:cNvCxnSpPr>
            <a:cxnSpLocks/>
          </p:cNvCxnSpPr>
          <p:nvPr/>
        </p:nvCxnSpPr>
        <p:spPr>
          <a:xfrm rot="10800000" flipV="1">
            <a:off x="2669542" y="6153249"/>
            <a:ext cx="1217337" cy="42662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041972DE-F5DF-7623-9D84-F0B4107A6571}"/>
              </a:ext>
            </a:extLst>
          </p:cNvPr>
          <p:cNvSpPr/>
          <p:nvPr/>
        </p:nvSpPr>
        <p:spPr>
          <a:xfrm>
            <a:off x="5181942" y="3663776"/>
            <a:ext cx="1562613" cy="1760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Resource Management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9C15B212-0865-11A6-1AA6-8B92F64DDBD9}"/>
              </a:ext>
            </a:extLst>
          </p:cNvPr>
          <p:cNvSpPr/>
          <p:nvPr/>
        </p:nvSpPr>
        <p:spPr>
          <a:xfrm>
            <a:off x="3308641" y="6488068"/>
            <a:ext cx="1171059" cy="1760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Cassandra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E430BAF0-94EF-E4F7-B1D8-F9411A548E27}"/>
              </a:ext>
            </a:extLst>
          </p:cNvPr>
          <p:cNvCxnSpPr>
            <a:cxnSpLocks/>
            <a:endCxn id="45" idx="1"/>
          </p:cNvCxnSpPr>
          <p:nvPr/>
        </p:nvCxnSpPr>
        <p:spPr>
          <a:xfrm>
            <a:off x="4675477" y="3751818"/>
            <a:ext cx="50646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8B411C61-ACC0-F924-6034-B965DED4C7FC}"/>
              </a:ext>
            </a:extLst>
          </p:cNvPr>
          <p:cNvCxnSpPr>
            <a:cxnSpLocks/>
            <a:endCxn id="45" idx="3"/>
          </p:cNvCxnSpPr>
          <p:nvPr/>
        </p:nvCxnSpPr>
        <p:spPr>
          <a:xfrm flipH="1" flipV="1">
            <a:off x="6744555" y="3751818"/>
            <a:ext cx="360757" cy="80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574C4312-FCCD-041F-2B0E-4AD748656853}"/>
              </a:ext>
            </a:extLst>
          </p:cNvPr>
          <p:cNvCxnSpPr>
            <a:cxnSpLocks/>
            <a:stCxn id="45" idx="2"/>
            <a:endCxn id="75" idx="0"/>
          </p:cNvCxnSpPr>
          <p:nvPr/>
        </p:nvCxnSpPr>
        <p:spPr>
          <a:xfrm>
            <a:off x="5963249" y="3839860"/>
            <a:ext cx="1520" cy="1318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12CCD80C-ED6A-7DB2-52F4-2C24EB4BE331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3886879" y="5843659"/>
            <a:ext cx="7292" cy="6444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039C10E1-8DFC-C327-E6C7-0B60D9B54D7D}"/>
              </a:ext>
            </a:extLst>
          </p:cNvPr>
          <p:cNvSpPr/>
          <p:nvPr/>
        </p:nvSpPr>
        <p:spPr>
          <a:xfrm>
            <a:off x="5542770" y="3971725"/>
            <a:ext cx="843998" cy="3308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Software Sandboxes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EE984B4-4220-23F8-EACC-D97AF9C9E27D}"/>
              </a:ext>
            </a:extLst>
          </p:cNvPr>
          <p:cNvSpPr/>
          <p:nvPr/>
        </p:nvSpPr>
        <p:spPr>
          <a:xfrm>
            <a:off x="4933312" y="2771388"/>
            <a:ext cx="3498655" cy="1626667"/>
          </a:xfrm>
          <a:prstGeom prst="roundRect">
            <a:avLst/>
          </a:prstGeom>
          <a:solidFill>
            <a:schemeClr val="bg1">
              <a:alpha val="6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99CBE965-87A9-C072-4072-363747336824}"/>
              </a:ext>
            </a:extLst>
          </p:cNvPr>
          <p:cNvSpPr/>
          <p:nvPr/>
        </p:nvSpPr>
        <p:spPr>
          <a:xfrm>
            <a:off x="1212851" y="4183638"/>
            <a:ext cx="3769314" cy="2627510"/>
          </a:xfrm>
          <a:prstGeom prst="roundRect">
            <a:avLst/>
          </a:prstGeom>
          <a:solidFill>
            <a:schemeClr val="bg1">
              <a:alpha val="6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9D5F6315-6FA3-EF22-FDD1-07F7C7524A95}"/>
              </a:ext>
            </a:extLst>
          </p:cNvPr>
          <p:cNvSpPr/>
          <p:nvPr/>
        </p:nvSpPr>
        <p:spPr>
          <a:xfrm>
            <a:off x="5484599" y="4487298"/>
            <a:ext cx="967786" cy="499685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Cluster Management Platforms</a:t>
            </a:r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3E87E916-C3EA-CD59-EF82-3A64A47AB690}"/>
              </a:ext>
            </a:extLst>
          </p:cNvPr>
          <p:cNvCxnSpPr>
            <a:cxnSpLocks/>
          </p:cNvCxnSpPr>
          <p:nvPr/>
        </p:nvCxnSpPr>
        <p:spPr>
          <a:xfrm flipH="1">
            <a:off x="6481709" y="4574139"/>
            <a:ext cx="7769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6A289D9A-9FFD-F727-2082-EF33FC11B517}"/>
              </a:ext>
            </a:extLst>
          </p:cNvPr>
          <p:cNvSpPr/>
          <p:nvPr/>
        </p:nvSpPr>
        <p:spPr>
          <a:xfrm>
            <a:off x="9125773" y="2362119"/>
            <a:ext cx="858796" cy="352168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Ethics</a:t>
            </a: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AD5549E8-A7EB-4041-9D1C-345368289400}"/>
              </a:ext>
            </a:extLst>
          </p:cNvPr>
          <p:cNvSpPr/>
          <p:nvPr/>
        </p:nvSpPr>
        <p:spPr>
          <a:xfrm>
            <a:off x="9125773" y="1787240"/>
            <a:ext cx="858796" cy="352168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Laws</a:t>
            </a:r>
          </a:p>
        </p:txBody>
      </p:sp>
      <p:cxnSp>
        <p:nvCxnSpPr>
          <p:cNvPr id="86" name="Connector: Elbow 85">
            <a:extLst>
              <a:ext uri="{FF2B5EF4-FFF2-40B4-BE49-F238E27FC236}">
                <a16:creationId xmlns:a16="http://schemas.microsoft.com/office/drawing/2014/main" id="{2C469134-169A-3EF4-1A26-D3C41DF2C2C7}"/>
              </a:ext>
            </a:extLst>
          </p:cNvPr>
          <p:cNvCxnSpPr>
            <a:cxnSpLocks/>
          </p:cNvCxnSpPr>
          <p:nvPr/>
        </p:nvCxnSpPr>
        <p:spPr>
          <a:xfrm rot="10800000">
            <a:off x="6443665" y="4778432"/>
            <a:ext cx="812029" cy="51313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1DFEF6E1-D0D2-68FC-3BCF-5249C5FC4344}"/>
              </a:ext>
            </a:extLst>
          </p:cNvPr>
          <p:cNvCxnSpPr>
            <a:cxnSpLocks/>
            <a:endCxn id="82" idx="0"/>
          </p:cNvCxnSpPr>
          <p:nvPr/>
        </p:nvCxnSpPr>
        <p:spPr>
          <a:xfrm>
            <a:off x="5964769" y="4302605"/>
            <a:ext cx="3723" cy="1846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88972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15A79-2E41-94DF-6C0C-7DC30F0FA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Week 11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CFD2747-D7E6-C927-57A3-34E9415E6B49}"/>
              </a:ext>
            </a:extLst>
          </p:cNvPr>
          <p:cNvSpPr/>
          <p:nvPr/>
        </p:nvSpPr>
        <p:spPr>
          <a:xfrm>
            <a:off x="5451890" y="1812287"/>
            <a:ext cx="858796" cy="3521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Types of Big Data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244ACBA-47B8-97A7-AE04-FC6F58E2A765}"/>
              </a:ext>
            </a:extLst>
          </p:cNvPr>
          <p:cNvSpPr/>
          <p:nvPr/>
        </p:nvSpPr>
        <p:spPr>
          <a:xfrm>
            <a:off x="4909064" y="2406441"/>
            <a:ext cx="858796" cy="3521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Hardware Primer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5F22B519-DC02-DD90-C3D7-C4F6A9A767FB}"/>
              </a:ext>
            </a:extLst>
          </p:cNvPr>
          <p:cNvSpPr/>
          <p:nvPr/>
        </p:nvSpPr>
        <p:spPr>
          <a:xfrm>
            <a:off x="6037648" y="2405411"/>
            <a:ext cx="858796" cy="3521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Service Needs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1A5D8E5-A05B-C79F-B86F-603ED127FF32}"/>
              </a:ext>
            </a:extLst>
          </p:cNvPr>
          <p:cNvSpPr/>
          <p:nvPr/>
        </p:nvSpPr>
        <p:spPr>
          <a:xfrm>
            <a:off x="5352006" y="2998535"/>
            <a:ext cx="1058563" cy="3521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Horizontal vs. Vertical Scaling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5FAE15F7-7A6A-F246-62A8-BD6A04124BB1}"/>
              </a:ext>
            </a:extLst>
          </p:cNvPr>
          <p:cNvSpPr/>
          <p:nvPr/>
        </p:nvSpPr>
        <p:spPr>
          <a:xfrm>
            <a:off x="7208453" y="2998535"/>
            <a:ext cx="1058563" cy="3521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Parallel Compute</a:t>
            </a:r>
          </a:p>
        </p:txBody>
      </p: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DE2A796F-D81E-1A21-6D96-E68E293EB9BD}"/>
              </a:ext>
            </a:extLst>
          </p:cNvPr>
          <p:cNvCxnSpPr>
            <a:cxnSpLocks/>
            <a:stCxn id="18" idx="2"/>
            <a:endCxn id="19" idx="0"/>
          </p:cNvCxnSpPr>
          <p:nvPr/>
        </p:nvCxnSpPr>
        <p:spPr>
          <a:xfrm rot="5400000">
            <a:off x="5488882" y="2014035"/>
            <a:ext cx="241986" cy="54282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5FC829E0-C19B-C595-B863-D8DC7E489692}"/>
              </a:ext>
            </a:extLst>
          </p:cNvPr>
          <p:cNvCxnSpPr>
            <a:cxnSpLocks/>
            <a:stCxn id="18" idx="2"/>
            <a:endCxn id="51" idx="0"/>
          </p:cNvCxnSpPr>
          <p:nvPr/>
        </p:nvCxnSpPr>
        <p:spPr>
          <a:xfrm rot="16200000" flipH="1">
            <a:off x="6053689" y="1992054"/>
            <a:ext cx="240956" cy="58575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4C0ECDF2-30CC-5E99-143B-7E9F0D4F0D28}"/>
              </a:ext>
            </a:extLst>
          </p:cNvPr>
          <p:cNvCxnSpPr>
            <a:cxnSpLocks/>
            <a:stCxn id="51" idx="2"/>
            <a:endCxn id="56" idx="0"/>
          </p:cNvCxnSpPr>
          <p:nvPr/>
        </p:nvCxnSpPr>
        <p:spPr>
          <a:xfrm rot="5400000">
            <a:off x="6053689" y="2585178"/>
            <a:ext cx="240956" cy="58575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45F27A6A-F3F4-F90A-06FF-2649C9A97428}"/>
              </a:ext>
            </a:extLst>
          </p:cNvPr>
          <p:cNvCxnSpPr>
            <a:cxnSpLocks/>
            <a:stCxn id="19" idx="2"/>
            <a:endCxn id="56" idx="0"/>
          </p:cNvCxnSpPr>
          <p:nvPr/>
        </p:nvCxnSpPr>
        <p:spPr>
          <a:xfrm rot="16200000" flipH="1">
            <a:off x="5489912" y="2607159"/>
            <a:ext cx="239926" cy="54282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713C255F-3A56-D11C-24DE-1D061BD5DCD8}"/>
              </a:ext>
            </a:extLst>
          </p:cNvPr>
          <p:cNvCxnSpPr>
            <a:cxnSpLocks/>
            <a:stCxn id="56" idx="3"/>
            <a:endCxn id="58" idx="1"/>
          </p:cNvCxnSpPr>
          <p:nvPr/>
        </p:nvCxnSpPr>
        <p:spPr>
          <a:xfrm>
            <a:off x="6410569" y="3174619"/>
            <a:ext cx="7978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BED1034-3E7E-E468-AA29-70F7E57AD0BC}"/>
              </a:ext>
            </a:extLst>
          </p:cNvPr>
          <p:cNvSpPr/>
          <p:nvPr/>
        </p:nvSpPr>
        <p:spPr>
          <a:xfrm>
            <a:off x="7258689" y="4153237"/>
            <a:ext cx="967786" cy="1760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MapReduce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4010934-EF3D-88F4-96CA-CBE96BC60CF8}"/>
              </a:ext>
            </a:extLst>
          </p:cNvPr>
          <p:cNvSpPr/>
          <p:nvPr/>
        </p:nvSpPr>
        <p:spPr>
          <a:xfrm>
            <a:off x="7105312" y="3587142"/>
            <a:ext cx="1264843" cy="34551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Work Distribution Challenges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0173B12-7F4C-44D6-1EDB-AB17285BC2E0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7737734" y="3350703"/>
            <a:ext cx="1" cy="2364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E3CE129-616C-F6B1-7866-1617F4E190FF}"/>
              </a:ext>
            </a:extLst>
          </p:cNvPr>
          <p:cNvCxnSpPr>
            <a:cxnSpLocks/>
            <a:stCxn id="4" idx="2"/>
            <a:endCxn id="3" idx="0"/>
          </p:cNvCxnSpPr>
          <p:nvPr/>
        </p:nvCxnSpPr>
        <p:spPr>
          <a:xfrm>
            <a:off x="7737734" y="3932655"/>
            <a:ext cx="4848" cy="2205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195AC92-768A-3277-5C41-6A840F3A9876}"/>
              </a:ext>
            </a:extLst>
          </p:cNvPr>
          <p:cNvSpPr/>
          <p:nvPr/>
        </p:nvSpPr>
        <p:spPr>
          <a:xfrm>
            <a:off x="7258689" y="4486097"/>
            <a:ext cx="967786" cy="1760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Hadoop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1BA5413-5323-B0BA-DDBC-EEAEDC78B838}"/>
              </a:ext>
            </a:extLst>
          </p:cNvPr>
          <p:cNvSpPr/>
          <p:nvPr/>
        </p:nvSpPr>
        <p:spPr>
          <a:xfrm>
            <a:off x="8555339" y="4415571"/>
            <a:ext cx="967786" cy="31763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0" dirty="0"/>
              <a:t>Hadoop Execution</a:t>
            </a:r>
            <a:endParaRPr lang="en-GB" sz="100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105335C-0EE8-C40F-54A4-2EE8E9CEA5D4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8226475" y="4574139"/>
            <a:ext cx="328864" cy="2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BE2D4FC-62B2-778B-0935-30A6ED5BC54B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7742582" y="4329321"/>
            <a:ext cx="0" cy="1567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38570EA-419E-D459-FB2C-EB941762DCF6}"/>
              </a:ext>
            </a:extLst>
          </p:cNvPr>
          <p:cNvSpPr/>
          <p:nvPr/>
        </p:nvSpPr>
        <p:spPr>
          <a:xfrm>
            <a:off x="9836088" y="4303137"/>
            <a:ext cx="1003390" cy="1760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0" dirty="0"/>
              <a:t>Extra Concepts</a:t>
            </a:r>
            <a:endParaRPr lang="en-GB" sz="1000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9D5AC64-9AE7-2A5C-FEB4-00A20C140A77}"/>
              </a:ext>
            </a:extLst>
          </p:cNvPr>
          <p:cNvSpPr/>
          <p:nvPr/>
        </p:nvSpPr>
        <p:spPr>
          <a:xfrm>
            <a:off x="9836088" y="4668038"/>
            <a:ext cx="1003390" cy="1760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0" dirty="0"/>
              <a:t>Hadoop Issues</a:t>
            </a:r>
            <a:endParaRPr lang="en-GB" sz="1000" dirty="0"/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0B171569-E994-B83C-72A6-2015115C8C3E}"/>
              </a:ext>
            </a:extLst>
          </p:cNvPr>
          <p:cNvCxnSpPr>
            <a:stCxn id="8" idx="3"/>
            <a:endCxn id="11" idx="1"/>
          </p:cNvCxnSpPr>
          <p:nvPr/>
        </p:nvCxnSpPr>
        <p:spPr>
          <a:xfrm flipV="1">
            <a:off x="9523125" y="4391179"/>
            <a:ext cx="312963" cy="18321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7EC5133D-9BD3-9DBC-0EF9-99641034CF85}"/>
              </a:ext>
            </a:extLst>
          </p:cNvPr>
          <p:cNvCxnSpPr>
            <a:cxnSpLocks/>
            <a:stCxn id="8" idx="3"/>
            <a:endCxn id="12" idx="1"/>
          </p:cNvCxnSpPr>
          <p:nvPr/>
        </p:nvCxnSpPr>
        <p:spPr>
          <a:xfrm>
            <a:off x="9523125" y="4574390"/>
            <a:ext cx="312963" cy="18169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E7E1253-3BFC-DCBF-C3B3-518167D1BEA0}"/>
              </a:ext>
            </a:extLst>
          </p:cNvPr>
          <p:cNvSpPr/>
          <p:nvPr/>
        </p:nvSpPr>
        <p:spPr>
          <a:xfrm>
            <a:off x="7255693" y="5203526"/>
            <a:ext cx="967786" cy="1760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Spark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3665ACE-FCE9-BD9F-D47A-15C3E78D710D}"/>
              </a:ext>
            </a:extLst>
          </p:cNvPr>
          <p:cNvSpPr/>
          <p:nvPr/>
        </p:nvSpPr>
        <p:spPr>
          <a:xfrm>
            <a:off x="8535658" y="5046599"/>
            <a:ext cx="1019513" cy="1760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DAGs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CCA0FA7-1A53-FE3B-BD8F-D5A302C866EE}"/>
              </a:ext>
            </a:extLst>
          </p:cNvPr>
          <p:cNvCxnSpPr>
            <a:cxnSpLocks/>
            <a:endCxn id="15" idx="0"/>
          </p:cNvCxnSpPr>
          <p:nvPr/>
        </p:nvCxnSpPr>
        <p:spPr>
          <a:xfrm flipH="1">
            <a:off x="7739586" y="4662181"/>
            <a:ext cx="2996" cy="5413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99FC0391-4849-6E69-F7EC-2DCB5D71146F}"/>
              </a:ext>
            </a:extLst>
          </p:cNvPr>
          <p:cNvCxnSpPr>
            <a:cxnSpLocks/>
            <a:stCxn id="15" idx="3"/>
            <a:endCxn id="16" idx="1"/>
          </p:cNvCxnSpPr>
          <p:nvPr/>
        </p:nvCxnSpPr>
        <p:spPr>
          <a:xfrm flipV="1">
            <a:off x="8223479" y="5134641"/>
            <a:ext cx="312179" cy="15692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35AB20A-DE01-DE5E-694F-153A90F21AED}"/>
              </a:ext>
            </a:extLst>
          </p:cNvPr>
          <p:cNvSpPr/>
          <p:nvPr/>
        </p:nvSpPr>
        <p:spPr>
          <a:xfrm>
            <a:off x="9836088" y="5128353"/>
            <a:ext cx="1224075" cy="34084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Transformations and Actions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718CF52-0463-5547-1C35-B6576B447226}"/>
              </a:ext>
            </a:extLst>
          </p:cNvPr>
          <p:cNvSpPr/>
          <p:nvPr/>
        </p:nvSpPr>
        <p:spPr>
          <a:xfrm>
            <a:off x="8541355" y="5406003"/>
            <a:ext cx="1019513" cy="31646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Spark Architecture</a:t>
            </a:r>
          </a:p>
        </p:txBody>
      </p: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BE4F00A2-52EA-2397-60EF-1A2A068EB6A0}"/>
              </a:ext>
            </a:extLst>
          </p:cNvPr>
          <p:cNvCxnSpPr>
            <a:cxnSpLocks/>
            <a:stCxn id="22" idx="3"/>
            <a:endCxn id="21" idx="1"/>
          </p:cNvCxnSpPr>
          <p:nvPr/>
        </p:nvCxnSpPr>
        <p:spPr>
          <a:xfrm flipV="1">
            <a:off x="9560868" y="5298775"/>
            <a:ext cx="275220" cy="26545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AFCB4DE1-691C-BA1B-E0DB-C7219B07317A}"/>
              </a:ext>
            </a:extLst>
          </p:cNvPr>
          <p:cNvCxnSpPr>
            <a:cxnSpLocks/>
            <a:endCxn id="21" idx="1"/>
          </p:cNvCxnSpPr>
          <p:nvPr/>
        </p:nvCxnSpPr>
        <p:spPr>
          <a:xfrm>
            <a:off x="9555171" y="5134641"/>
            <a:ext cx="280917" cy="16413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EFBB9EA-6ED7-E285-2E42-370255CCA4FD}"/>
              </a:ext>
            </a:extLst>
          </p:cNvPr>
          <p:cNvSpPr/>
          <p:nvPr/>
        </p:nvSpPr>
        <p:spPr>
          <a:xfrm>
            <a:off x="9836087" y="5665385"/>
            <a:ext cx="1224075" cy="1760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0" dirty="0"/>
              <a:t>Pros and Cons</a:t>
            </a:r>
            <a:endParaRPr lang="en-GB" sz="1000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4359972-162C-6223-6B59-B1B55851582B}"/>
              </a:ext>
            </a:extLst>
          </p:cNvPr>
          <p:cNvCxnSpPr>
            <a:cxnSpLocks/>
            <a:stCxn id="21" idx="2"/>
            <a:endCxn id="25" idx="0"/>
          </p:cNvCxnSpPr>
          <p:nvPr/>
        </p:nvCxnSpPr>
        <p:spPr>
          <a:xfrm flipH="1">
            <a:off x="10448125" y="5469196"/>
            <a:ext cx="1" cy="1961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3241BCED-4743-17A4-C8F3-76DAEDC8774C}"/>
              </a:ext>
            </a:extLst>
          </p:cNvPr>
          <p:cNvSpPr/>
          <p:nvPr/>
        </p:nvSpPr>
        <p:spPr>
          <a:xfrm>
            <a:off x="7253840" y="5823762"/>
            <a:ext cx="967786" cy="176084"/>
          </a:xfrm>
          <a:prstGeom prst="round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Streaming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071F3D1-31CA-2C9F-7285-D289B7517D5D}"/>
              </a:ext>
            </a:extLst>
          </p:cNvPr>
          <p:cNvCxnSpPr>
            <a:cxnSpLocks/>
          </p:cNvCxnSpPr>
          <p:nvPr/>
        </p:nvCxnSpPr>
        <p:spPr>
          <a:xfrm flipH="1">
            <a:off x="7737733" y="5379610"/>
            <a:ext cx="1853" cy="4441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DD80319-F73E-701A-BCC0-B1C407E7F81B}"/>
              </a:ext>
            </a:extLst>
          </p:cNvPr>
          <p:cNvSpPr/>
          <p:nvPr/>
        </p:nvSpPr>
        <p:spPr>
          <a:xfrm>
            <a:off x="4675477" y="946151"/>
            <a:ext cx="2429835" cy="1831802"/>
          </a:xfrm>
          <a:prstGeom prst="roundRect">
            <a:avLst/>
          </a:prstGeom>
          <a:solidFill>
            <a:schemeClr val="bg1">
              <a:alpha val="6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A07293C8-7282-A727-2598-4F6B46FACC03}"/>
              </a:ext>
            </a:extLst>
          </p:cNvPr>
          <p:cNvSpPr/>
          <p:nvPr/>
        </p:nvSpPr>
        <p:spPr>
          <a:xfrm>
            <a:off x="8282269" y="4052983"/>
            <a:ext cx="2954120" cy="809911"/>
          </a:xfrm>
          <a:prstGeom prst="roundRect">
            <a:avLst/>
          </a:prstGeom>
          <a:solidFill>
            <a:schemeClr val="bg1">
              <a:alpha val="6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31D5889-F8DA-62CA-8C98-5B8A0A143450}"/>
              </a:ext>
            </a:extLst>
          </p:cNvPr>
          <p:cNvSpPr/>
          <p:nvPr/>
        </p:nvSpPr>
        <p:spPr>
          <a:xfrm>
            <a:off x="8277419" y="4821251"/>
            <a:ext cx="3482779" cy="1323237"/>
          </a:xfrm>
          <a:prstGeom prst="roundRect">
            <a:avLst/>
          </a:prstGeom>
          <a:solidFill>
            <a:schemeClr val="bg1">
              <a:alpha val="6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A4E0587-33E4-8824-60D9-C7C8AEB55637}"/>
              </a:ext>
            </a:extLst>
          </p:cNvPr>
          <p:cNvCxnSpPr>
            <a:cxnSpLocks/>
          </p:cNvCxnSpPr>
          <p:nvPr/>
        </p:nvCxnSpPr>
        <p:spPr>
          <a:xfrm flipH="1">
            <a:off x="4423454" y="3174619"/>
            <a:ext cx="9285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2EFB12F8-82B6-C863-B76D-702E8B76B151}"/>
              </a:ext>
            </a:extLst>
          </p:cNvPr>
          <p:cNvSpPr/>
          <p:nvPr/>
        </p:nvSpPr>
        <p:spPr>
          <a:xfrm>
            <a:off x="3497126" y="4296527"/>
            <a:ext cx="779507" cy="1760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HDFS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D77CF05-A251-5A88-A830-7E7A9AE2C138}"/>
              </a:ext>
            </a:extLst>
          </p:cNvPr>
          <p:cNvCxnSpPr>
            <a:cxnSpLocks/>
          </p:cNvCxnSpPr>
          <p:nvPr/>
        </p:nvCxnSpPr>
        <p:spPr>
          <a:xfrm flipH="1">
            <a:off x="3894171" y="3350703"/>
            <a:ext cx="2" cy="3130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36FA1E8-3072-E9F5-6BBB-792D050FCAF6}"/>
              </a:ext>
            </a:extLst>
          </p:cNvPr>
          <p:cNvCxnSpPr>
            <a:cxnSpLocks/>
            <a:endCxn id="35" idx="0"/>
          </p:cNvCxnSpPr>
          <p:nvPr/>
        </p:nvCxnSpPr>
        <p:spPr>
          <a:xfrm flipH="1">
            <a:off x="3886880" y="3839860"/>
            <a:ext cx="7291" cy="4566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8085D798-85C9-649B-8745-479209F3AC75}"/>
              </a:ext>
            </a:extLst>
          </p:cNvPr>
          <p:cNvSpPr/>
          <p:nvPr/>
        </p:nvSpPr>
        <p:spPr>
          <a:xfrm>
            <a:off x="3364891" y="2998535"/>
            <a:ext cx="1058563" cy="3521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Persistent Storage Primer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A7BDC29A-A28E-9D92-5890-F0A6A7D333BE}"/>
              </a:ext>
            </a:extLst>
          </p:cNvPr>
          <p:cNvSpPr/>
          <p:nvPr/>
        </p:nvSpPr>
        <p:spPr>
          <a:xfrm>
            <a:off x="3485232" y="3961434"/>
            <a:ext cx="791401" cy="1760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NFS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F9217D3D-A29A-5D0E-4140-9B8B8D4DF719}"/>
              </a:ext>
            </a:extLst>
          </p:cNvPr>
          <p:cNvSpPr/>
          <p:nvPr/>
        </p:nvSpPr>
        <p:spPr>
          <a:xfrm>
            <a:off x="3112864" y="3663776"/>
            <a:ext cx="1562613" cy="1760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Distributed Storage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9A27BC77-92FB-703D-D6D8-52A414B50D87}"/>
              </a:ext>
            </a:extLst>
          </p:cNvPr>
          <p:cNvSpPr/>
          <p:nvPr/>
        </p:nvSpPr>
        <p:spPr>
          <a:xfrm>
            <a:off x="2359794" y="4287489"/>
            <a:ext cx="838434" cy="19860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HDFS Extras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C097A1F-8EF1-85C6-9502-7059A8455BC8}"/>
              </a:ext>
            </a:extLst>
          </p:cNvPr>
          <p:cNvCxnSpPr>
            <a:cxnSpLocks/>
            <a:endCxn id="41" idx="3"/>
          </p:cNvCxnSpPr>
          <p:nvPr/>
        </p:nvCxnSpPr>
        <p:spPr>
          <a:xfrm flipH="1">
            <a:off x="3198228" y="4384569"/>
            <a:ext cx="298898" cy="22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EA53C314-C52E-1CCE-B0F8-FD9E971F7352}"/>
              </a:ext>
            </a:extLst>
          </p:cNvPr>
          <p:cNvSpPr/>
          <p:nvPr/>
        </p:nvSpPr>
        <p:spPr>
          <a:xfrm>
            <a:off x="1775510" y="5344953"/>
            <a:ext cx="779507" cy="1760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LSM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A7DDB539-D216-DF6A-CEDA-A23F65898537}"/>
              </a:ext>
            </a:extLst>
          </p:cNvPr>
          <p:cNvSpPr/>
          <p:nvPr/>
        </p:nvSpPr>
        <p:spPr>
          <a:xfrm>
            <a:off x="1666579" y="5673773"/>
            <a:ext cx="997371" cy="1760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Bloom Filters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5C51C8E0-6B98-D4FC-B6B9-25D9A8337511}"/>
              </a:ext>
            </a:extLst>
          </p:cNvPr>
          <p:cNvCxnSpPr>
            <a:cxnSpLocks/>
            <a:stCxn id="43" idx="2"/>
            <a:endCxn id="44" idx="0"/>
          </p:cNvCxnSpPr>
          <p:nvPr/>
        </p:nvCxnSpPr>
        <p:spPr>
          <a:xfrm>
            <a:off x="2165264" y="5521037"/>
            <a:ext cx="1" cy="1527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044D5BB3-E11C-6B92-CA8A-C50A0F3039E4}"/>
              </a:ext>
            </a:extLst>
          </p:cNvPr>
          <p:cNvSpPr/>
          <p:nvPr/>
        </p:nvSpPr>
        <p:spPr>
          <a:xfrm>
            <a:off x="3467661" y="4838254"/>
            <a:ext cx="838434" cy="30945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HDFS Reads and Writes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748E90B6-1589-7C66-C83A-2104207B6711}"/>
              </a:ext>
            </a:extLst>
          </p:cNvPr>
          <p:cNvCxnSpPr>
            <a:cxnSpLocks/>
            <a:stCxn id="49" idx="1"/>
            <a:endCxn id="54" idx="3"/>
          </p:cNvCxnSpPr>
          <p:nvPr/>
        </p:nvCxnSpPr>
        <p:spPr>
          <a:xfrm flipH="1">
            <a:off x="2584481" y="4992984"/>
            <a:ext cx="883180" cy="113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33B4F2DA-A78E-9A47-D2DD-82DB6DB5C9AD}"/>
              </a:ext>
            </a:extLst>
          </p:cNvPr>
          <p:cNvCxnSpPr>
            <a:cxnSpLocks/>
            <a:endCxn id="49" idx="0"/>
          </p:cNvCxnSpPr>
          <p:nvPr/>
        </p:nvCxnSpPr>
        <p:spPr>
          <a:xfrm flipH="1">
            <a:off x="3886878" y="4472611"/>
            <a:ext cx="2" cy="3656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607A3E9B-12A3-90DC-26B4-128CB8ECEFA0}"/>
              </a:ext>
            </a:extLst>
          </p:cNvPr>
          <p:cNvSpPr/>
          <p:nvPr/>
        </p:nvSpPr>
        <p:spPr>
          <a:xfrm>
            <a:off x="1746047" y="4849582"/>
            <a:ext cx="838434" cy="30945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CAP and BASE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F96E86E-EF69-53E8-D232-8410B9E924F3}"/>
              </a:ext>
            </a:extLst>
          </p:cNvPr>
          <p:cNvCxnSpPr>
            <a:cxnSpLocks/>
            <a:stCxn id="54" idx="2"/>
          </p:cNvCxnSpPr>
          <p:nvPr/>
        </p:nvCxnSpPr>
        <p:spPr>
          <a:xfrm flipH="1">
            <a:off x="2156060" y="5159041"/>
            <a:ext cx="9204" cy="1973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99693DEE-D601-3706-7F2A-956010C4C47A}"/>
              </a:ext>
            </a:extLst>
          </p:cNvPr>
          <p:cNvSpPr/>
          <p:nvPr/>
        </p:nvSpPr>
        <p:spPr>
          <a:xfrm>
            <a:off x="3096799" y="2696993"/>
            <a:ext cx="1602918" cy="1508652"/>
          </a:xfrm>
          <a:prstGeom prst="roundRect">
            <a:avLst/>
          </a:prstGeom>
          <a:solidFill>
            <a:schemeClr val="bg1">
              <a:alpha val="6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12B4032D-4C52-D94E-5A1B-83683509E105}"/>
              </a:ext>
            </a:extLst>
          </p:cNvPr>
          <p:cNvCxnSpPr>
            <a:cxnSpLocks/>
          </p:cNvCxnSpPr>
          <p:nvPr/>
        </p:nvCxnSpPr>
        <p:spPr>
          <a:xfrm flipH="1">
            <a:off x="3198228" y="4384569"/>
            <a:ext cx="298898" cy="22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017A19C2-F9A3-4E64-7F23-12C2CED83BFE}"/>
              </a:ext>
            </a:extLst>
          </p:cNvPr>
          <p:cNvSpPr/>
          <p:nvPr/>
        </p:nvSpPr>
        <p:spPr>
          <a:xfrm>
            <a:off x="3301349" y="5667575"/>
            <a:ext cx="1171059" cy="1760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err="1"/>
              <a:t>BigTable</a:t>
            </a:r>
            <a:r>
              <a:rPr lang="en-GB" sz="1000"/>
              <a:t>/</a:t>
            </a:r>
            <a:r>
              <a:rPr lang="en-GB" sz="1000" err="1"/>
              <a:t>Hbase</a:t>
            </a:r>
            <a:endParaRPr lang="en-GB" sz="1000"/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DF54579F-D22D-F63C-378B-B928831B112D}"/>
              </a:ext>
            </a:extLst>
          </p:cNvPr>
          <p:cNvSpPr/>
          <p:nvPr/>
        </p:nvSpPr>
        <p:spPr>
          <a:xfrm>
            <a:off x="1666579" y="5957903"/>
            <a:ext cx="978962" cy="39069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Chubby and </a:t>
            </a:r>
            <a:r>
              <a:rPr lang="en-GB" sz="1000" dirty="0" err="1"/>
              <a:t>ZooKeeper</a:t>
            </a:r>
            <a:endParaRPr lang="en-GB" sz="1000" dirty="0"/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3B67CA30-F7E8-F6BC-AAE3-EA3CCC9ACD6F}"/>
              </a:ext>
            </a:extLst>
          </p:cNvPr>
          <p:cNvCxnSpPr>
            <a:cxnSpLocks/>
            <a:endCxn id="48" idx="1"/>
          </p:cNvCxnSpPr>
          <p:nvPr/>
        </p:nvCxnSpPr>
        <p:spPr>
          <a:xfrm flipV="1">
            <a:off x="2663950" y="5755617"/>
            <a:ext cx="637399" cy="61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5113A414-10C7-E909-88DE-DD9133F0A902}"/>
              </a:ext>
            </a:extLst>
          </p:cNvPr>
          <p:cNvCxnSpPr>
            <a:cxnSpLocks/>
            <a:endCxn id="48" idx="0"/>
          </p:cNvCxnSpPr>
          <p:nvPr/>
        </p:nvCxnSpPr>
        <p:spPr>
          <a:xfrm>
            <a:off x="3886878" y="5147713"/>
            <a:ext cx="1" cy="5198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or: Elbow 67">
            <a:extLst>
              <a:ext uri="{FF2B5EF4-FFF2-40B4-BE49-F238E27FC236}">
                <a16:creationId xmlns:a16="http://schemas.microsoft.com/office/drawing/2014/main" id="{3D431D96-84D3-EF0F-74D5-8F66538894C2}"/>
              </a:ext>
            </a:extLst>
          </p:cNvPr>
          <p:cNvCxnSpPr>
            <a:cxnSpLocks/>
            <a:stCxn id="48" idx="2"/>
            <a:endCxn id="63" idx="3"/>
          </p:cNvCxnSpPr>
          <p:nvPr/>
        </p:nvCxnSpPr>
        <p:spPr>
          <a:xfrm rot="5400000">
            <a:off x="3111415" y="5377785"/>
            <a:ext cx="309591" cy="124133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74827EA5-9144-1473-8F1E-58BA398A8CCE}"/>
              </a:ext>
            </a:extLst>
          </p:cNvPr>
          <p:cNvSpPr/>
          <p:nvPr/>
        </p:nvSpPr>
        <p:spPr>
          <a:xfrm>
            <a:off x="1672170" y="6425077"/>
            <a:ext cx="997371" cy="30959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DHT Overlay Networks</a:t>
            </a:r>
          </a:p>
        </p:txBody>
      </p: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8D7EB0C6-4377-5FF8-7191-EF93059E8CC5}"/>
              </a:ext>
            </a:extLst>
          </p:cNvPr>
          <p:cNvCxnSpPr>
            <a:cxnSpLocks/>
          </p:cNvCxnSpPr>
          <p:nvPr/>
        </p:nvCxnSpPr>
        <p:spPr>
          <a:xfrm rot="10800000" flipV="1">
            <a:off x="2669542" y="6153249"/>
            <a:ext cx="1217337" cy="42662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041972DE-F5DF-7623-9D84-F0B4107A6571}"/>
              </a:ext>
            </a:extLst>
          </p:cNvPr>
          <p:cNvSpPr/>
          <p:nvPr/>
        </p:nvSpPr>
        <p:spPr>
          <a:xfrm>
            <a:off x="5181942" y="3663776"/>
            <a:ext cx="1562613" cy="1760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Resource Management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9C15B212-0865-11A6-1AA6-8B92F64DDBD9}"/>
              </a:ext>
            </a:extLst>
          </p:cNvPr>
          <p:cNvSpPr/>
          <p:nvPr/>
        </p:nvSpPr>
        <p:spPr>
          <a:xfrm>
            <a:off x="3308641" y="6488068"/>
            <a:ext cx="1171059" cy="1760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Cassandra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E430BAF0-94EF-E4F7-B1D8-F9411A548E27}"/>
              </a:ext>
            </a:extLst>
          </p:cNvPr>
          <p:cNvCxnSpPr>
            <a:cxnSpLocks/>
            <a:endCxn id="45" idx="1"/>
          </p:cNvCxnSpPr>
          <p:nvPr/>
        </p:nvCxnSpPr>
        <p:spPr>
          <a:xfrm>
            <a:off x="4675477" y="3751818"/>
            <a:ext cx="50646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8B411C61-ACC0-F924-6034-B965DED4C7FC}"/>
              </a:ext>
            </a:extLst>
          </p:cNvPr>
          <p:cNvCxnSpPr>
            <a:cxnSpLocks/>
            <a:endCxn id="45" idx="3"/>
          </p:cNvCxnSpPr>
          <p:nvPr/>
        </p:nvCxnSpPr>
        <p:spPr>
          <a:xfrm flipH="1" flipV="1">
            <a:off x="6744555" y="3751818"/>
            <a:ext cx="360757" cy="80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574C4312-FCCD-041F-2B0E-4AD748656853}"/>
              </a:ext>
            </a:extLst>
          </p:cNvPr>
          <p:cNvCxnSpPr>
            <a:cxnSpLocks/>
            <a:stCxn id="45" idx="2"/>
            <a:endCxn id="75" idx="0"/>
          </p:cNvCxnSpPr>
          <p:nvPr/>
        </p:nvCxnSpPr>
        <p:spPr>
          <a:xfrm>
            <a:off x="5963249" y="3839860"/>
            <a:ext cx="1520" cy="1318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12CCD80C-ED6A-7DB2-52F4-2C24EB4BE331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3886879" y="5843659"/>
            <a:ext cx="7292" cy="6444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039C10E1-8DFC-C327-E6C7-0B60D9B54D7D}"/>
              </a:ext>
            </a:extLst>
          </p:cNvPr>
          <p:cNvSpPr/>
          <p:nvPr/>
        </p:nvSpPr>
        <p:spPr>
          <a:xfrm>
            <a:off x="5542770" y="3971725"/>
            <a:ext cx="843998" cy="3308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Software Sandboxes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EE984B4-4220-23F8-EACC-D97AF9C9E27D}"/>
              </a:ext>
            </a:extLst>
          </p:cNvPr>
          <p:cNvSpPr/>
          <p:nvPr/>
        </p:nvSpPr>
        <p:spPr>
          <a:xfrm>
            <a:off x="4933312" y="2771388"/>
            <a:ext cx="3498655" cy="1626667"/>
          </a:xfrm>
          <a:prstGeom prst="roundRect">
            <a:avLst/>
          </a:prstGeom>
          <a:solidFill>
            <a:schemeClr val="bg1">
              <a:alpha val="6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99CBE965-87A9-C072-4072-363747336824}"/>
              </a:ext>
            </a:extLst>
          </p:cNvPr>
          <p:cNvSpPr/>
          <p:nvPr/>
        </p:nvSpPr>
        <p:spPr>
          <a:xfrm>
            <a:off x="1212851" y="4183638"/>
            <a:ext cx="3769314" cy="2627510"/>
          </a:xfrm>
          <a:prstGeom prst="roundRect">
            <a:avLst/>
          </a:prstGeom>
          <a:solidFill>
            <a:schemeClr val="bg1">
              <a:alpha val="6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9D5F6315-6FA3-EF22-FDD1-07F7C7524A95}"/>
              </a:ext>
            </a:extLst>
          </p:cNvPr>
          <p:cNvSpPr/>
          <p:nvPr/>
        </p:nvSpPr>
        <p:spPr>
          <a:xfrm>
            <a:off x="5484599" y="4487298"/>
            <a:ext cx="967786" cy="49968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Cluster Management Platforms</a:t>
            </a:r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3E87E916-C3EA-CD59-EF82-3A64A47AB690}"/>
              </a:ext>
            </a:extLst>
          </p:cNvPr>
          <p:cNvCxnSpPr>
            <a:cxnSpLocks/>
          </p:cNvCxnSpPr>
          <p:nvPr/>
        </p:nvCxnSpPr>
        <p:spPr>
          <a:xfrm flipH="1">
            <a:off x="6481709" y="4574139"/>
            <a:ext cx="7769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6A289D9A-9FFD-F727-2082-EF33FC11B517}"/>
              </a:ext>
            </a:extLst>
          </p:cNvPr>
          <p:cNvSpPr/>
          <p:nvPr/>
        </p:nvSpPr>
        <p:spPr>
          <a:xfrm>
            <a:off x="9125773" y="2362119"/>
            <a:ext cx="858796" cy="3521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Ethics</a:t>
            </a: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AD5549E8-A7EB-4041-9D1C-345368289400}"/>
              </a:ext>
            </a:extLst>
          </p:cNvPr>
          <p:cNvSpPr/>
          <p:nvPr/>
        </p:nvSpPr>
        <p:spPr>
          <a:xfrm>
            <a:off x="9125773" y="1787240"/>
            <a:ext cx="858796" cy="3521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Laws</a:t>
            </a:r>
          </a:p>
        </p:txBody>
      </p:sp>
      <p:cxnSp>
        <p:nvCxnSpPr>
          <p:cNvPr id="86" name="Connector: Elbow 85">
            <a:extLst>
              <a:ext uri="{FF2B5EF4-FFF2-40B4-BE49-F238E27FC236}">
                <a16:creationId xmlns:a16="http://schemas.microsoft.com/office/drawing/2014/main" id="{2C469134-169A-3EF4-1A26-D3C41DF2C2C7}"/>
              </a:ext>
            </a:extLst>
          </p:cNvPr>
          <p:cNvCxnSpPr>
            <a:cxnSpLocks/>
          </p:cNvCxnSpPr>
          <p:nvPr/>
        </p:nvCxnSpPr>
        <p:spPr>
          <a:xfrm rot="10800000">
            <a:off x="6443665" y="4778432"/>
            <a:ext cx="812029" cy="51313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1DFEF6E1-D0D2-68FC-3BCF-5249C5FC4344}"/>
              </a:ext>
            </a:extLst>
          </p:cNvPr>
          <p:cNvCxnSpPr>
            <a:cxnSpLocks/>
            <a:endCxn id="82" idx="0"/>
          </p:cNvCxnSpPr>
          <p:nvPr/>
        </p:nvCxnSpPr>
        <p:spPr>
          <a:xfrm>
            <a:off x="5964769" y="4302605"/>
            <a:ext cx="3723" cy="1846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0A51DEB9-2F1A-F342-B635-B4EE632F16F6}"/>
              </a:ext>
            </a:extLst>
          </p:cNvPr>
          <p:cNvSpPr/>
          <p:nvPr/>
        </p:nvSpPr>
        <p:spPr>
          <a:xfrm>
            <a:off x="5298292" y="4345177"/>
            <a:ext cx="3000758" cy="1799311"/>
          </a:xfrm>
          <a:prstGeom prst="roundRect">
            <a:avLst/>
          </a:prstGeom>
          <a:solidFill>
            <a:schemeClr val="bg1">
              <a:alpha val="6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9E9E4B9F-2D02-259E-5B5E-7DE434AAD171}"/>
              </a:ext>
            </a:extLst>
          </p:cNvPr>
          <p:cNvSpPr/>
          <p:nvPr/>
        </p:nvSpPr>
        <p:spPr>
          <a:xfrm>
            <a:off x="8484190" y="1096314"/>
            <a:ext cx="3000758" cy="1799311"/>
          </a:xfrm>
          <a:prstGeom prst="roundRect">
            <a:avLst/>
          </a:prstGeom>
          <a:solidFill>
            <a:schemeClr val="bg1">
              <a:alpha val="6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EB34237-FE40-A30C-5E6A-1120B33F6423}"/>
              </a:ext>
            </a:extLst>
          </p:cNvPr>
          <p:cNvSpPr txBox="1"/>
          <p:nvPr/>
        </p:nvSpPr>
        <p:spPr>
          <a:xfrm rot="20115095">
            <a:off x="4954450" y="3259474"/>
            <a:ext cx="197323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b="1" u="sng" dirty="0">
                <a:solidFill>
                  <a:srgbClr val="FF0000"/>
                </a:solidFill>
              </a:rPr>
              <a:t>Revision</a:t>
            </a:r>
          </a:p>
        </p:txBody>
      </p:sp>
    </p:spTree>
    <p:extLst>
      <p:ext uri="{BB962C8B-B14F-4D97-AF65-F5344CB8AC3E}">
        <p14:creationId xmlns:p14="http://schemas.microsoft.com/office/powerpoint/2010/main" val="20496938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en placed on top of a signature line">
            <a:extLst>
              <a:ext uri="{FF2B5EF4-FFF2-40B4-BE49-F238E27FC236}">
                <a16:creationId xmlns:a16="http://schemas.microsoft.com/office/drawing/2014/main" id="{8452D60B-4AB8-6CAD-DFF2-2F0CF4D2914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825" b="38026"/>
          <a:stretch/>
        </p:blipFill>
        <p:spPr>
          <a:xfrm>
            <a:off x="-2936394" y="0"/>
            <a:ext cx="16728342" cy="6716332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0CDD5D-810C-FB1F-4FA1-CB963EBC3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3776" y="3051434"/>
            <a:ext cx="9210963" cy="888786"/>
          </a:xfrm>
        </p:spPr>
        <p:txBody>
          <a:bodyPr anchor="t">
            <a:normAutofit/>
          </a:bodyPr>
          <a:lstStyle/>
          <a:p>
            <a:r>
              <a:rPr lang="en-GB" dirty="0"/>
              <a:t>Assessment</a:t>
            </a:r>
          </a:p>
        </p:txBody>
      </p:sp>
    </p:spTree>
    <p:extLst>
      <p:ext uri="{BB962C8B-B14F-4D97-AF65-F5344CB8AC3E}">
        <p14:creationId xmlns:p14="http://schemas.microsoft.com/office/powerpoint/2010/main" val="24863878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erson sitting in a chair with a computer&#10;&#10;Description automatically generated with medium confidence">
            <a:extLst>
              <a:ext uri="{FF2B5EF4-FFF2-40B4-BE49-F238E27FC236}">
                <a16:creationId xmlns:a16="http://schemas.microsoft.com/office/drawing/2014/main" id="{C2F2BC49-6062-DA00-E82A-AF9C996C8DD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825" r="1" b="23326"/>
          <a:stretch/>
        </p:blipFill>
        <p:spPr>
          <a:xfrm>
            <a:off x="838200" y="1608667"/>
            <a:ext cx="5181600" cy="4568296"/>
          </a:xfrm>
          <a:prstGeom prst="rect">
            <a:avLst/>
          </a:prstGeom>
          <a:noFill/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9716F68-CB57-AA3B-6698-8AAD70F0D7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r>
              <a:rPr lang="en-US" dirty="0"/>
              <a:t>Building an Apache Spark Application</a:t>
            </a:r>
          </a:p>
          <a:p>
            <a:pPr lvl="1"/>
            <a:r>
              <a:rPr lang="en-US" dirty="0"/>
              <a:t>Java Programming</a:t>
            </a:r>
          </a:p>
          <a:p>
            <a:pPr lvl="1"/>
            <a:endParaRPr lang="en-US" dirty="0"/>
          </a:p>
          <a:p>
            <a:r>
              <a:rPr lang="en-US" dirty="0"/>
              <a:t>Hand-out: Week 3</a:t>
            </a:r>
          </a:p>
          <a:p>
            <a:r>
              <a:rPr lang="en-US" dirty="0"/>
              <a:t>Deadline: </a:t>
            </a:r>
            <a:r>
              <a:rPr lang="en-US" b="1" dirty="0">
                <a:solidFill>
                  <a:schemeClr val="accent6"/>
                </a:solidFill>
              </a:rPr>
              <a:t>March 3</a:t>
            </a:r>
            <a:r>
              <a:rPr lang="en-US" b="1" baseline="30000" dirty="0">
                <a:solidFill>
                  <a:schemeClr val="accent6"/>
                </a:solidFill>
              </a:rPr>
              <a:t>rd</a:t>
            </a:r>
            <a:endParaRPr lang="en-US" b="1" dirty="0">
              <a:solidFill>
                <a:schemeClr val="accent6"/>
              </a:solidFill>
            </a:endParaRPr>
          </a:p>
          <a:p>
            <a:endParaRPr lang="en-US" dirty="0"/>
          </a:p>
          <a:p>
            <a:r>
              <a:rPr lang="en-US" dirty="0">
                <a:solidFill>
                  <a:schemeClr val="accent6"/>
                </a:solidFill>
              </a:rPr>
              <a:t>25%</a:t>
            </a:r>
            <a:r>
              <a:rPr lang="en-US" dirty="0"/>
              <a:t> of your course mark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37D513-F2F7-26D0-9FAB-C44493C42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 anchor="t">
            <a:normAutofit/>
          </a:bodyPr>
          <a:lstStyle/>
          <a:p>
            <a:r>
              <a:rPr lang="en-GB" dirty="0"/>
              <a:t>Assessed </a:t>
            </a:r>
            <a:r>
              <a:rPr lang="en-GB" dirty="0">
                <a:solidFill>
                  <a:schemeClr val="accent1"/>
                </a:solidFill>
              </a:rPr>
              <a:t>Exercise</a:t>
            </a:r>
          </a:p>
        </p:txBody>
      </p:sp>
    </p:spTree>
    <p:extLst>
      <p:ext uri="{BB962C8B-B14F-4D97-AF65-F5344CB8AC3E}">
        <p14:creationId xmlns:p14="http://schemas.microsoft.com/office/powerpoint/2010/main" val="15521680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hand holding a pen over a piece of paper&#10;&#10;Description automatically generated with medium confidence">
            <a:extLst>
              <a:ext uri="{FF2B5EF4-FFF2-40B4-BE49-F238E27FC236}">
                <a16:creationId xmlns:a16="http://schemas.microsoft.com/office/drawing/2014/main" id="{2E0A4357-F7D0-7652-0F0A-C388A1B207B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08" r="1" b="31943"/>
          <a:stretch/>
        </p:blipFill>
        <p:spPr>
          <a:xfrm>
            <a:off x="838200" y="1608667"/>
            <a:ext cx="5181600" cy="4568296"/>
          </a:xfrm>
          <a:prstGeom prst="rect">
            <a:avLst/>
          </a:prstGeom>
          <a:noFill/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9716F68-CB57-AA3B-6698-8AAD70F0D7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>
            <a:normAutofit/>
          </a:bodyPr>
          <a:lstStyle/>
          <a:p>
            <a:r>
              <a:rPr lang="en-US" dirty="0"/>
              <a:t>Written Exam</a:t>
            </a:r>
          </a:p>
          <a:p>
            <a:pPr lvl="1"/>
            <a:r>
              <a:rPr lang="en-US" dirty="0"/>
              <a:t>H Exam: 2 hours, 60 marks</a:t>
            </a:r>
          </a:p>
          <a:p>
            <a:pPr lvl="1"/>
            <a:r>
              <a:rPr lang="en-US" dirty="0"/>
              <a:t>M Exam 2 hours, 60 marks</a:t>
            </a:r>
          </a:p>
          <a:p>
            <a:pPr lvl="2"/>
            <a:r>
              <a:rPr lang="en-US" sz="1400" dirty="0"/>
              <a:t>(Some questions are different for the M exam) </a:t>
            </a:r>
          </a:p>
          <a:p>
            <a:pPr lvl="1"/>
            <a:endParaRPr lang="en-US" dirty="0"/>
          </a:p>
          <a:p>
            <a:r>
              <a:rPr lang="en-US" dirty="0"/>
              <a:t>Explain, Describe, Discuss-type questions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>
                <a:solidFill>
                  <a:schemeClr val="accent6"/>
                </a:solidFill>
              </a:rPr>
              <a:t>75%</a:t>
            </a:r>
            <a:r>
              <a:rPr lang="en-US" dirty="0"/>
              <a:t> of your course mark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37D513-F2F7-26D0-9FAB-C44493C42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 anchor="t">
            <a:normAutofit/>
          </a:bodyPr>
          <a:lstStyle/>
          <a:p>
            <a:r>
              <a:rPr lang="en-GB" dirty="0">
                <a:solidFill>
                  <a:schemeClr val="accent1"/>
                </a:solidFill>
              </a:rPr>
              <a:t>Exam</a:t>
            </a:r>
          </a:p>
        </p:txBody>
      </p:sp>
    </p:spTree>
    <p:extLst>
      <p:ext uri="{BB962C8B-B14F-4D97-AF65-F5344CB8AC3E}">
        <p14:creationId xmlns:p14="http://schemas.microsoft.com/office/powerpoint/2010/main" val="9566192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A252F-FFFE-93D6-DC8E-1C8F76B9C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 anchor="t">
            <a:normAutofit/>
          </a:bodyPr>
          <a:lstStyle/>
          <a:p>
            <a:r>
              <a:rPr lang="en-GB" dirty="0"/>
              <a:t>Computer </a:t>
            </a:r>
            <a:r>
              <a:rPr lang="en-GB" dirty="0">
                <a:solidFill>
                  <a:schemeClr val="accent1"/>
                </a:solidFill>
              </a:rPr>
              <a:t>Labs</a:t>
            </a:r>
          </a:p>
        </p:txBody>
      </p:sp>
      <p:pic>
        <p:nvPicPr>
          <p:cNvPr id="8" name="Picture 7" descr="A picture containing text, ceiling, indoor, scene&#10;&#10;Description automatically generated">
            <a:extLst>
              <a:ext uri="{FF2B5EF4-FFF2-40B4-BE49-F238E27FC236}">
                <a16:creationId xmlns:a16="http://schemas.microsoft.com/office/drawing/2014/main" id="{9A2953E0-AA6C-D0EE-D1D0-92EE02E8EF2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076" b="10549"/>
          <a:stretch/>
        </p:blipFill>
        <p:spPr>
          <a:xfrm>
            <a:off x="285750" y="1627188"/>
            <a:ext cx="11474450" cy="46069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820204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11AEC92-5630-8CE0-F19E-3E4AB8109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accent1"/>
                </a:solidFill>
              </a:rPr>
              <a:t>Why</a:t>
            </a:r>
            <a:r>
              <a:rPr lang="en-GB" dirty="0"/>
              <a:t> Labs?</a:t>
            </a:r>
            <a:endParaRPr lang="en-GB" dirty="0">
              <a:solidFill>
                <a:schemeClr val="accent1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F2BE22-267A-3F7A-1B22-FB371085A7B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GB" dirty="0"/>
              <a:t>The course has a hands-on component where you will be learning to program using Apache Spark, which also prepares you for the assessed exercise</a:t>
            </a:r>
          </a:p>
          <a:p>
            <a:endParaRPr lang="en-GB" dirty="0"/>
          </a:p>
          <a:p>
            <a:r>
              <a:rPr lang="en-GB" dirty="0"/>
              <a:t>We have </a:t>
            </a:r>
            <a:r>
              <a:rPr lang="en-GB" dirty="0">
                <a:solidFill>
                  <a:schemeClr val="accent6"/>
                </a:solidFill>
              </a:rPr>
              <a:t>lab sessions </a:t>
            </a:r>
            <a:r>
              <a:rPr lang="en-GB" dirty="0"/>
              <a:t>on </a:t>
            </a:r>
            <a:r>
              <a:rPr lang="en-GB" dirty="0">
                <a:solidFill>
                  <a:schemeClr val="accent6"/>
                </a:solidFill>
              </a:rPr>
              <a:t>Wednesday afternoon </a:t>
            </a:r>
            <a:r>
              <a:rPr lang="en-GB" dirty="0"/>
              <a:t>each week to help you</a:t>
            </a:r>
          </a:p>
          <a:p>
            <a:pPr lvl="1"/>
            <a:r>
              <a:rPr lang="en-GB" dirty="0"/>
              <a:t>Labs start in Week 3 (Jan 29</a:t>
            </a:r>
            <a:r>
              <a:rPr lang="en-GB" baseline="30000" dirty="0"/>
              <a:t>th</a:t>
            </a:r>
            <a:r>
              <a:rPr lang="en-GB" dirty="0"/>
              <a:t>), which coincides with when we introduce Spark in the lectures</a:t>
            </a:r>
          </a:p>
          <a:p>
            <a:pPr lvl="1"/>
            <a:r>
              <a:rPr lang="en-GB" dirty="0"/>
              <a:t>I will be there as well as tutors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871510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4B0C312-48E3-2CBF-FA48-093460049C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10249800" cy="4568296"/>
          </a:xfrm>
        </p:spPr>
        <p:txBody>
          <a:bodyPr/>
          <a:lstStyle/>
          <a:p>
            <a:r>
              <a:rPr lang="en-GB" dirty="0"/>
              <a:t>The lab has a capacity of ~80 students at any one time</a:t>
            </a:r>
          </a:p>
          <a:p>
            <a:r>
              <a:rPr lang="en-GB" dirty="0"/>
              <a:t>This class is around 200 students</a:t>
            </a:r>
          </a:p>
          <a:p>
            <a:endParaRPr lang="en-GB" dirty="0"/>
          </a:p>
          <a:p>
            <a:r>
              <a:rPr lang="en-GB" dirty="0"/>
              <a:t>We have </a:t>
            </a:r>
            <a:r>
              <a:rPr lang="en-GB" dirty="0">
                <a:solidFill>
                  <a:schemeClr val="accent6"/>
                </a:solidFill>
              </a:rPr>
              <a:t>three 1-hour lab sessions in Wednesday afternoon</a:t>
            </a:r>
            <a:r>
              <a:rPr lang="en-GB" dirty="0"/>
              <a:t>, such that everyone has an opportunity to turn up</a:t>
            </a:r>
          </a:p>
          <a:p>
            <a:pPr lvl="1"/>
            <a:r>
              <a:rPr lang="en-GB" dirty="0"/>
              <a:t>The labs are your best opportunity to </a:t>
            </a:r>
            <a:r>
              <a:rPr lang="en-GB" b="1" dirty="0">
                <a:solidFill>
                  <a:schemeClr val="accent6"/>
                </a:solidFill>
              </a:rPr>
              <a:t>ask questions and get help!</a:t>
            </a:r>
          </a:p>
          <a:p>
            <a:pPr lvl="1"/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CF5B4AB-605C-A042-28F0-53EF79483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Lab Capacity</a:t>
            </a:r>
          </a:p>
        </p:txBody>
      </p:sp>
    </p:spTree>
    <p:extLst>
      <p:ext uri="{BB962C8B-B14F-4D97-AF65-F5344CB8AC3E}">
        <p14:creationId xmlns:p14="http://schemas.microsoft.com/office/powerpoint/2010/main" val="6516767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ey room full of question marks with an opening going out">
            <a:extLst>
              <a:ext uri="{FF2B5EF4-FFF2-40B4-BE49-F238E27FC236}">
                <a16:creationId xmlns:a16="http://schemas.microsoft.com/office/drawing/2014/main" id="{3E06FB31-1313-DDCB-F135-538C0F02E8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974" b="31034"/>
          <a:stretch/>
        </p:blipFill>
        <p:spPr>
          <a:xfrm>
            <a:off x="-3704759" y="-54244"/>
            <a:ext cx="16704378" cy="6912244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58E86E9-AADB-C503-7A21-25F66644F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6555" y="3314767"/>
            <a:ext cx="5842000" cy="1009651"/>
          </a:xfrm>
        </p:spPr>
        <p:txBody>
          <a:bodyPr anchor="t">
            <a:norm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Getting Help and Feedback</a:t>
            </a:r>
          </a:p>
        </p:txBody>
      </p:sp>
    </p:spTree>
    <p:extLst>
      <p:ext uri="{BB962C8B-B14F-4D97-AF65-F5344CB8AC3E}">
        <p14:creationId xmlns:p14="http://schemas.microsoft.com/office/powerpoint/2010/main" val="32863970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9E76D-63AB-A98D-B832-3AEB20D29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Places to Get </a:t>
            </a:r>
            <a:r>
              <a:rPr lang="en-GB" dirty="0">
                <a:solidFill>
                  <a:schemeClr val="accent1"/>
                </a:solidFill>
              </a:rPr>
              <a:t>Help </a:t>
            </a:r>
            <a:r>
              <a:rPr lang="en-GB" dirty="0"/>
              <a:t>and</a:t>
            </a:r>
            <a:r>
              <a:rPr lang="en-GB" dirty="0">
                <a:solidFill>
                  <a:schemeClr val="accent1"/>
                </a:solidFill>
              </a:rPr>
              <a:t> Live Feedback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B9EEE-27C1-BCBF-6F12-91BC888CE10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>
                <a:solidFill>
                  <a:schemeClr val="accent6"/>
                </a:solidFill>
              </a:rPr>
              <a:t>Lectures</a:t>
            </a:r>
          </a:p>
          <a:p>
            <a:pPr lvl="1"/>
            <a:r>
              <a:rPr lang="en-GB" dirty="0"/>
              <a:t>The lectures are divided into content blocks, and we will have short gaps between blocks, feel free to ask me questions during those gaps</a:t>
            </a:r>
          </a:p>
          <a:p>
            <a:r>
              <a:rPr lang="en-GB" dirty="0">
                <a:solidFill>
                  <a:schemeClr val="accent6"/>
                </a:solidFill>
              </a:rPr>
              <a:t>Labs</a:t>
            </a:r>
          </a:p>
          <a:p>
            <a:pPr lvl="1"/>
            <a:r>
              <a:rPr lang="en-GB" dirty="0"/>
              <a:t>Both myself and tutors will be available during the lab sessions, come and ask us questions!</a:t>
            </a:r>
          </a:p>
          <a:p>
            <a:r>
              <a:rPr lang="en-GB" dirty="0">
                <a:solidFill>
                  <a:schemeClr val="accent6"/>
                </a:solidFill>
              </a:rPr>
              <a:t>Office Hour</a:t>
            </a:r>
          </a:p>
          <a:p>
            <a:pPr lvl="1"/>
            <a:r>
              <a:rPr lang="en-GB" dirty="0"/>
              <a:t>My open-door office hour each week is Friday 12 noon to 1pm (Sir Alwyn Williams Building, room 304), you don’t need an appointment, just drop by</a:t>
            </a:r>
          </a:p>
          <a:p>
            <a:r>
              <a:rPr lang="en-GB" dirty="0">
                <a:solidFill>
                  <a:schemeClr val="accent6"/>
                </a:solidFill>
              </a:rPr>
              <a:t>Other contact avenues</a:t>
            </a:r>
          </a:p>
          <a:p>
            <a:pPr lvl="1"/>
            <a:r>
              <a:rPr lang="en-GB" dirty="0">
                <a:solidFill>
                  <a:schemeClr val="accent1"/>
                </a:solidFill>
              </a:rPr>
              <a:t>Open Forum</a:t>
            </a:r>
            <a:r>
              <a:rPr lang="en-GB" dirty="0"/>
              <a:t>: There is an open forum on the Moodle page, feel free to post questions in there and ill check in and answer them 1-2 times week</a:t>
            </a:r>
          </a:p>
          <a:p>
            <a:pPr lvl="1"/>
            <a:r>
              <a:rPr lang="en-GB" dirty="0">
                <a:solidFill>
                  <a:schemeClr val="accent1"/>
                </a:solidFill>
              </a:rPr>
              <a:t>Mail/Teams</a:t>
            </a:r>
            <a:r>
              <a:rPr lang="en-GB" dirty="0"/>
              <a:t>: For sensitive topics you can email or message me on Teams, my email is richard.mccreadie@glasgow.ac.uk</a:t>
            </a:r>
          </a:p>
        </p:txBody>
      </p:sp>
    </p:spTree>
    <p:extLst>
      <p:ext uri="{BB962C8B-B14F-4D97-AF65-F5344CB8AC3E}">
        <p14:creationId xmlns:p14="http://schemas.microsoft.com/office/powerpoint/2010/main" val="30220668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6E6DC-18B1-42C2-5C6E-3695307B6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Assessment </a:t>
            </a:r>
            <a:r>
              <a:rPr lang="en-GB" dirty="0">
                <a:solidFill>
                  <a:schemeClr val="accent1"/>
                </a:solidFill>
              </a:rPr>
              <a:t>Feedback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DB79C2-F0DF-D1C0-6297-B7C85DBAC71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GB" dirty="0">
                <a:solidFill>
                  <a:schemeClr val="accent6"/>
                </a:solidFill>
              </a:rPr>
              <a:t>Assessed Exercise</a:t>
            </a:r>
          </a:p>
          <a:p>
            <a:pPr lvl="1"/>
            <a:r>
              <a:rPr lang="en-GB" dirty="0"/>
              <a:t>If working on this, the best place to check if you are on the right path is to ask myself or the tutors in the Labs</a:t>
            </a:r>
          </a:p>
          <a:p>
            <a:pPr lvl="1"/>
            <a:r>
              <a:rPr lang="en-GB" dirty="0"/>
              <a:t>After marking you will get a detailed mark breakdown for your submission, and I will also provide a video talking through my solution</a:t>
            </a:r>
          </a:p>
          <a:p>
            <a:pPr lvl="1"/>
            <a:endParaRPr lang="en-GB" dirty="0"/>
          </a:p>
          <a:p>
            <a:r>
              <a:rPr lang="en-GB" dirty="0">
                <a:solidFill>
                  <a:schemeClr val="accent6"/>
                </a:solidFill>
              </a:rPr>
              <a:t>Exam</a:t>
            </a:r>
          </a:p>
          <a:p>
            <a:pPr lvl="1"/>
            <a:r>
              <a:rPr lang="en-GB" dirty="0"/>
              <a:t>A practice exam will be provided and there are also past exams with marking schemes and answers available on the Moodle page</a:t>
            </a:r>
          </a:p>
          <a:p>
            <a:pPr lvl="1"/>
            <a:r>
              <a:rPr lang="en-GB" dirty="0"/>
              <a:t>After the exam, the solution will be posted to Moodle.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226238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University at sunset">
            <a:extLst>
              <a:ext uri="{FF2B5EF4-FFF2-40B4-BE49-F238E27FC236}">
                <a16:creationId xmlns:a16="http://schemas.microsoft.com/office/drawing/2014/main" id="{11FDCD37-95D4-D94F-8143-5384ADC6A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88F30531-16BE-1D4A-839A-4165196E5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5228" y="5699322"/>
            <a:ext cx="3413095" cy="854153"/>
            <a:chOff x="5652120" y="4237877"/>
            <a:chExt cx="3413095" cy="85415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F2BC779-2AC3-3641-A89B-2FE2861B804B}"/>
                </a:ext>
              </a:extLst>
            </p:cNvPr>
            <p:cNvSpPr txBox="1"/>
            <p:nvPr/>
          </p:nvSpPr>
          <p:spPr>
            <a:xfrm>
              <a:off x="5652120" y="4237877"/>
              <a:ext cx="3413095" cy="461665"/>
            </a:xfrm>
            <a:prstGeom prst="rect">
              <a:avLst/>
            </a:prstGeom>
            <a:noFill/>
            <a:effectLst>
              <a:outerShdw blurRad="1270000" dist="50800" dir="5400000" sx="200000" sy="200000" algn="ctr" rotWithShape="0">
                <a:schemeClr val="tx1"/>
              </a:outerShdw>
            </a:effectLst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UofGWorldChangers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6B7AFC7-4175-6442-9F4D-48AB39DA3335}"/>
                </a:ext>
              </a:extLst>
            </p:cNvPr>
            <p:cNvSpPr txBox="1"/>
            <p:nvPr/>
          </p:nvSpPr>
          <p:spPr>
            <a:xfrm>
              <a:off x="6365423" y="4630365"/>
              <a:ext cx="2699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@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UofGlasgow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6F23C76-7323-9246-828B-CE7B4F0B6ACB}"/>
                </a:ext>
              </a:extLst>
            </p:cNvPr>
            <p:cNvGrpSpPr/>
            <p:nvPr/>
          </p:nvGrpSpPr>
          <p:grpSpPr>
            <a:xfrm>
              <a:off x="5868144" y="4759697"/>
              <a:ext cx="870873" cy="246401"/>
              <a:chOff x="-704667" y="465075"/>
              <a:chExt cx="718929" cy="203410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ADA074F8-3E2D-4044-BD93-0EE72365F6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-468635" y="466885"/>
                <a:ext cx="242653" cy="201600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EB162D4C-911F-884F-8B17-FF2DA1BA81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-187338" y="466885"/>
                <a:ext cx="201600" cy="201600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A43EFC0B-FA40-FC40-8378-CA0BB8B802D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-704667" y="465075"/>
                <a:ext cx="197388" cy="197388"/>
              </a:xfrm>
              <a:prstGeom prst="rect">
                <a:avLst/>
              </a:prstGeom>
            </p:spPr>
          </p:pic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175F20C-468E-F742-9149-B8A5FEBC29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5885" y="1889351"/>
            <a:ext cx="6858241" cy="1931535"/>
          </a:xfrm>
        </p:spPr>
        <p:txBody>
          <a:bodyPr>
            <a:noAutofit/>
          </a:bodyPr>
          <a:lstStyle/>
          <a:p>
            <a:pPr algn="l"/>
            <a:r>
              <a:rPr lang="en-GB" b="0" dirty="0">
                <a:solidFill>
                  <a:schemeClr val="bg1"/>
                </a:solidFill>
              </a:rPr>
              <a:t>Course Coordinator</a:t>
            </a:r>
            <a:br>
              <a:rPr lang="en-GB" dirty="0">
                <a:solidFill>
                  <a:schemeClr val="bg1"/>
                </a:solidFill>
              </a:rPr>
            </a:br>
            <a:r>
              <a:rPr lang="en-GB" dirty="0" err="1">
                <a:solidFill>
                  <a:schemeClr val="bg1"/>
                </a:solidFill>
              </a:rPr>
              <a:t>Dr.</a:t>
            </a:r>
            <a:r>
              <a:rPr lang="en-GB" dirty="0">
                <a:solidFill>
                  <a:schemeClr val="bg1"/>
                </a:solidFill>
              </a:rPr>
              <a:t> Richard McCreadie</a:t>
            </a:r>
            <a:br>
              <a:rPr lang="en-GB" dirty="0">
                <a:solidFill>
                  <a:schemeClr val="bg1"/>
                </a:solidFill>
              </a:rPr>
            </a:br>
            <a:br>
              <a:rPr lang="en-GB" dirty="0">
                <a:solidFill>
                  <a:schemeClr val="bg1"/>
                </a:solidFill>
              </a:rPr>
            </a:br>
            <a:r>
              <a:rPr lang="en-GB" dirty="0">
                <a:solidFill>
                  <a:schemeClr val="bg1"/>
                </a:solidFill>
              </a:rPr>
              <a:t>Email: </a:t>
            </a:r>
            <a:r>
              <a:rPr lang="en-GB" b="0" dirty="0">
                <a:solidFill>
                  <a:schemeClr val="bg1"/>
                </a:solidFill>
              </a:rPr>
              <a:t>richard.mccreadie@glasgow.ac</a:t>
            </a:r>
            <a:r>
              <a:rPr lang="en-GB" dirty="0">
                <a:solidFill>
                  <a:schemeClr val="bg1"/>
                </a:solidFill>
              </a:rPr>
              <a:t>.uk</a:t>
            </a:r>
            <a:br>
              <a:rPr lang="en-GB" dirty="0">
                <a:solidFill>
                  <a:schemeClr val="bg1"/>
                </a:solidFill>
              </a:rPr>
            </a:br>
            <a:r>
              <a:rPr lang="en-GB" dirty="0">
                <a:solidFill>
                  <a:schemeClr val="bg1"/>
                </a:solidFill>
              </a:rPr>
              <a:t>Room:</a:t>
            </a:r>
            <a:r>
              <a:rPr lang="en-GB" b="0" dirty="0">
                <a:solidFill>
                  <a:schemeClr val="bg1"/>
                </a:solidFill>
              </a:rPr>
              <a:t> SAWB 304</a:t>
            </a:r>
            <a:endParaRPr lang="en-US" b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6378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11584</TotalTime>
  <Words>1601</Words>
  <Application>Microsoft Office PowerPoint</Application>
  <PresentationFormat>Widescreen</PresentationFormat>
  <Paragraphs>461</Paragraphs>
  <Slides>29</Slides>
  <Notes>17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Big Data: Systems, Programming and Management</vt:lpstr>
      <vt:lpstr>What is this course about?</vt:lpstr>
      <vt:lpstr>Intended Learning Outcomes (ILOs)</vt:lpstr>
      <vt:lpstr>(Examinable) Topics Covered</vt:lpstr>
      <vt:lpstr>Hands on Skills</vt:lpstr>
      <vt:lpstr>Course Content</vt:lpstr>
      <vt:lpstr>Course Change Log</vt:lpstr>
      <vt:lpstr>Lecture Structure</vt:lpstr>
      <vt:lpstr>Week 1</vt:lpstr>
      <vt:lpstr>Week 2</vt:lpstr>
      <vt:lpstr>Week 3</vt:lpstr>
      <vt:lpstr>Week 4</vt:lpstr>
      <vt:lpstr>Week 5</vt:lpstr>
      <vt:lpstr>Week 6</vt:lpstr>
      <vt:lpstr>Week 7</vt:lpstr>
      <vt:lpstr>Week 8</vt:lpstr>
      <vt:lpstr>Week 9</vt:lpstr>
      <vt:lpstr>Week 10</vt:lpstr>
      <vt:lpstr>Week 11</vt:lpstr>
      <vt:lpstr>Assessment</vt:lpstr>
      <vt:lpstr>Assessed Exercise</vt:lpstr>
      <vt:lpstr>Exam</vt:lpstr>
      <vt:lpstr>Computer Labs</vt:lpstr>
      <vt:lpstr>Why Labs?</vt:lpstr>
      <vt:lpstr>Lab Capacity</vt:lpstr>
      <vt:lpstr>Getting Help and Feedback</vt:lpstr>
      <vt:lpstr>Places to Get Help and Live Feedback</vt:lpstr>
      <vt:lpstr>Assessment Feedback</vt:lpstr>
      <vt:lpstr>Course Coordinator Dr. Richard McCreadie  Email: richard.mccreadie@glasgow.ac.uk Room: SAWB 304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Richard Mccreadie</dc:creator>
  <cp:keywords/>
  <dc:description/>
  <cp:lastModifiedBy>Richard Mccreadie</cp:lastModifiedBy>
  <cp:revision>54</cp:revision>
  <dcterms:created xsi:type="dcterms:W3CDTF">2021-01-06T14:22:07Z</dcterms:created>
  <dcterms:modified xsi:type="dcterms:W3CDTF">2025-01-09T12:35:31Z</dcterms:modified>
  <cp:category/>
</cp:coreProperties>
</file>