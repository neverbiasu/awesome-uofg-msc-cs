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74" r:id="rId3"/>
    <p:sldId id="275" r:id="rId4"/>
    <p:sldId id="276" r:id="rId5"/>
    <p:sldId id="277" r:id="rId6"/>
    <p:sldId id="278" r:id="rId7"/>
    <p:sldId id="27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D2DCC3-5E35-4600-B18F-0CE199DA57C9}" v="2" dt="2025-03-24T12:49:26.4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550" autoAdjust="0"/>
  </p:normalViewPr>
  <p:slideViewPr>
    <p:cSldViewPr snapToGrid="0">
      <p:cViewPr varScale="1">
        <p:scale>
          <a:sx n="136" d="100"/>
          <a:sy n="136" d="100"/>
        </p:scale>
        <p:origin x="150"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hard Mccreadie" userId="c13d50ac-4dc6-4047-9f21-b8d7aba70793" providerId="ADAL" clId="{CED2DCC3-5E35-4600-B18F-0CE199DA57C9}"/>
    <pc:docChg chg="undo custSel addSld delSld modSld">
      <pc:chgData name="Richard Mccreadie" userId="c13d50ac-4dc6-4047-9f21-b8d7aba70793" providerId="ADAL" clId="{CED2DCC3-5E35-4600-B18F-0CE199DA57C9}" dt="2025-03-24T12:50:39.394" v="3094" actId="20577"/>
      <pc:docMkLst>
        <pc:docMk/>
      </pc:docMkLst>
      <pc:sldChg chg="modSp mod">
        <pc:chgData name="Richard Mccreadie" userId="c13d50ac-4dc6-4047-9f21-b8d7aba70793" providerId="ADAL" clId="{CED2DCC3-5E35-4600-B18F-0CE199DA57C9}" dt="2025-03-24T12:18:02.953" v="28" actId="20577"/>
        <pc:sldMkLst>
          <pc:docMk/>
          <pc:sldMk cId="4244171547" sldId="256"/>
        </pc:sldMkLst>
        <pc:spChg chg="mod">
          <ac:chgData name="Richard Mccreadie" userId="c13d50ac-4dc6-4047-9f21-b8d7aba70793" providerId="ADAL" clId="{CED2DCC3-5E35-4600-B18F-0CE199DA57C9}" dt="2025-03-24T12:18:02.953" v="28" actId="20577"/>
          <ac:spMkLst>
            <pc:docMk/>
            <pc:sldMk cId="4244171547" sldId="256"/>
            <ac:spMk id="2" creationId="{00000000-0000-0000-0000-000000000000}"/>
          </ac:spMkLst>
        </pc:spChg>
      </pc:sldChg>
      <pc:sldChg chg="modSp new del mod">
        <pc:chgData name="Richard Mccreadie" userId="c13d50ac-4dc6-4047-9f21-b8d7aba70793" providerId="ADAL" clId="{CED2DCC3-5E35-4600-B18F-0CE199DA57C9}" dt="2025-03-24T12:18:19.479" v="35" actId="680"/>
        <pc:sldMkLst>
          <pc:docMk/>
          <pc:sldMk cId="1123749782" sldId="274"/>
        </pc:sldMkLst>
        <pc:spChg chg="mod">
          <ac:chgData name="Richard Mccreadie" userId="c13d50ac-4dc6-4047-9f21-b8d7aba70793" providerId="ADAL" clId="{CED2DCC3-5E35-4600-B18F-0CE199DA57C9}" dt="2025-03-24T12:18:19.221" v="34" actId="20577"/>
          <ac:spMkLst>
            <pc:docMk/>
            <pc:sldMk cId="1123749782" sldId="274"/>
            <ac:spMk id="2" creationId="{01A6DC7B-5F70-32D4-850C-FC956FC626A8}"/>
          </ac:spMkLst>
        </pc:spChg>
      </pc:sldChg>
      <pc:sldChg chg="modSp new mod">
        <pc:chgData name="Richard Mccreadie" userId="c13d50ac-4dc6-4047-9f21-b8d7aba70793" providerId="ADAL" clId="{CED2DCC3-5E35-4600-B18F-0CE199DA57C9}" dt="2025-03-24T12:46:54.362" v="2649" actId="20577"/>
        <pc:sldMkLst>
          <pc:docMk/>
          <pc:sldMk cId="1930021028" sldId="274"/>
        </pc:sldMkLst>
        <pc:spChg chg="mod">
          <ac:chgData name="Richard Mccreadie" userId="c13d50ac-4dc6-4047-9f21-b8d7aba70793" providerId="ADAL" clId="{CED2DCC3-5E35-4600-B18F-0CE199DA57C9}" dt="2025-03-24T12:26:45.314" v="855" actId="207"/>
          <ac:spMkLst>
            <pc:docMk/>
            <pc:sldMk cId="1930021028" sldId="274"/>
            <ac:spMk id="2" creationId="{D25C590B-05D0-AF26-2EBA-E446DB1B9E44}"/>
          </ac:spMkLst>
        </pc:spChg>
        <pc:spChg chg="mod">
          <ac:chgData name="Richard Mccreadie" userId="c13d50ac-4dc6-4047-9f21-b8d7aba70793" providerId="ADAL" clId="{CED2DCC3-5E35-4600-B18F-0CE199DA57C9}" dt="2025-03-24T12:46:54.362" v="2649" actId="20577"/>
          <ac:spMkLst>
            <pc:docMk/>
            <pc:sldMk cId="1930021028" sldId="274"/>
            <ac:spMk id="3" creationId="{64A2E761-5469-0D3E-767C-4C72DA460020}"/>
          </ac:spMkLst>
        </pc:spChg>
      </pc:sldChg>
      <pc:sldChg chg="add del">
        <pc:chgData name="Richard Mccreadie" userId="c13d50ac-4dc6-4047-9f21-b8d7aba70793" providerId="ADAL" clId="{CED2DCC3-5E35-4600-B18F-0CE199DA57C9}" dt="2025-03-24T12:18:26.413" v="37" actId="47"/>
        <pc:sldMkLst>
          <pc:docMk/>
          <pc:sldMk cId="2446619683" sldId="274"/>
        </pc:sldMkLst>
      </pc:sldChg>
      <pc:sldChg chg="addSp modSp new mod">
        <pc:chgData name="Richard Mccreadie" userId="c13d50ac-4dc6-4047-9f21-b8d7aba70793" providerId="ADAL" clId="{CED2DCC3-5E35-4600-B18F-0CE199DA57C9}" dt="2025-03-24T12:31:18.537" v="1355" actId="20577"/>
        <pc:sldMkLst>
          <pc:docMk/>
          <pc:sldMk cId="2850763474" sldId="275"/>
        </pc:sldMkLst>
        <pc:spChg chg="mod">
          <ac:chgData name="Richard Mccreadie" userId="c13d50ac-4dc6-4047-9f21-b8d7aba70793" providerId="ADAL" clId="{CED2DCC3-5E35-4600-B18F-0CE199DA57C9}" dt="2025-03-24T12:27:24.865" v="872" actId="20577"/>
          <ac:spMkLst>
            <pc:docMk/>
            <pc:sldMk cId="2850763474" sldId="275"/>
            <ac:spMk id="2" creationId="{EBF47354-55C5-7F26-F830-00D9F7945883}"/>
          </ac:spMkLst>
        </pc:spChg>
        <pc:spChg chg="mod">
          <ac:chgData name="Richard Mccreadie" userId="c13d50ac-4dc6-4047-9f21-b8d7aba70793" providerId="ADAL" clId="{CED2DCC3-5E35-4600-B18F-0CE199DA57C9}" dt="2025-03-24T12:31:18.537" v="1355" actId="20577"/>
          <ac:spMkLst>
            <pc:docMk/>
            <pc:sldMk cId="2850763474" sldId="275"/>
            <ac:spMk id="3" creationId="{4ABD0D74-31E1-65D7-912E-561BC31072E2}"/>
          </ac:spMkLst>
        </pc:spChg>
        <pc:picChg chg="add mod">
          <ac:chgData name="Richard Mccreadie" userId="c13d50ac-4dc6-4047-9f21-b8d7aba70793" providerId="ADAL" clId="{CED2DCC3-5E35-4600-B18F-0CE199DA57C9}" dt="2025-03-24T12:28:32.221" v="875" actId="1076"/>
          <ac:picMkLst>
            <pc:docMk/>
            <pc:sldMk cId="2850763474" sldId="275"/>
            <ac:picMk id="5" creationId="{F621D744-5A15-771F-D078-23B0389B1B1B}"/>
          </ac:picMkLst>
        </pc:picChg>
      </pc:sldChg>
      <pc:sldChg chg="add del">
        <pc:chgData name="Richard Mccreadie" userId="c13d50ac-4dc6-4047-9f21-b8d7aba70793" providerId="ADAL" clId="{CED2DCC3-5E35-4600-B18F-0CE199DA57C9}" dt="2025-03-24T12:18:26.413" v="37" actId="47"/>
        <pc:sldMkLst>
          <pc:docMk/>
          <pc:sldMk cId="3391774889" sldId="275"/>
        </pc:sldMkLst>
      </pc:sldChg>
      <pc:sldChg chg="add del">
        <pc:chgData name="Richard Mccreadie" userId="c13d50ac-4dc6-4047-9f21-b8d7aba70793" providerId="ADAL" clId="{CED2DCC3-5E35-4600-B18F-0CE199DA57C9}" dt="2025-03-24T12:18:26.413" v="37" actId="47"/>
        <pc:sldMkLst>
          <pc:docMk/>
          <pc:sldMk cId="471895112" sldId="276"/>
        </pc:sldMkLst>
      </pc:sldChg>
      <pc:sldChg chg="modSp new mod">
        <pc:chgData name="Richard Mccreadie" userId="c13d50ac-4dc6-4047-9f21-b8d7aba70793" providerId="ADAL" clId="{CED2DCC3-5E35-4600-B18F-0CE199DA57C9}" dt="2025-03-24T12:38:53.549" v="2148" actId="20577"/>
        <pc:sldMkLst>
          <pc:docMk/>
          <pc:sldMk cId="3424503731" sldId="276"/>
        </pc:sldMkLst>
        <pc:spChg chg="mod">
          <ac:chgData name="Richard Mccreadie" userId="c13d50ac-4dc6-4047-9f21-b8d7aba70793" providerId="ADAL" clId="{CED2DCC3-5E35-4600-B18F-0CE199DA57C9}" dt="2025-03-24T12:31:44.783" v="1374" actId="20577"/>
          <ac:spMkLst>
            <pc:docMk/>
            <pc:sldMk cId="3424503731" sldId="276"/>
            <ac:spMk id="2" creationId="{EDD01B91-5465-0EE4-385B-935F0889CA66}"/>
          </ac:spMkLst>
        </pc:spChg>
        <pc:spChg chg="mod">
          <ac:chgData name="Richard Mccreadie" userId="c13d50ac-4dc6-4047-9f21-b8d7aba70793" providerId="ADAL" clId="{CED2DCC3-5E35-4600-B18F-0CE199DA57C9}" dt="2025-03-24T12:38:53.549" v="2148" actId="20577"/>
          <ac:spMkLst>
            <pc:docMk/>
            <pc:sldMk cId="3424503731" sldId="276"/>
            <ac:spMk id="3" creationId="{C7C5C02B-40FF-5569-D62F-134A8447352E}"/>
          </ac:spMkLst>
        </pc:spChg>
      </pc:sldChg>
      <pc:sldChg chg="addSp delSp modSp new mod">
        <pc:chgData name="Richard Mccreadie" userId="c13d50ac-4dc6-4047-9f21-b8d7aba70793" providerId="ADAL" clId="{CED2DCC3-5E35-4600-B18F-0CE199DA57C9}" dt="2025-03-24T12:47:30.407" v="2751" actId="20577"/>
        <pc:sldMkLst>
          <pc:docMk/>
          <pc:sldMk cId="2431319105" sldId="277"/>
        </pc:sldMkLst>
        <pc:spChg chg="mod">
          <ac:chgData name="Richard Mccreadie" userId="c13d50ac-4dc6-4047-9f21-b8d7aba70793" providerId="ADAL" clId="{CED2DCC3-5E35-4600-B18F-0CE199DA57C9}" dt="2025-03-24T12:39:30.004" v="2196" actId="313"/>
          <ac:spMkLst>
            <pc:docMk/>
            <pc:sldMk cId="2431319105" sldId="277"/>
            <ac:spMk id="2" creationId="{5255BA1D-5B6D-2EE7-6C8D-C66E103353B2}"/>
          </ac:spMkLst>
        </pc:spChg>
        <pc:spChg chg="mod">
          <ac:chgData name="Richard Mccreadie" userId="c13d50ac-4dc6-4047-9f21-b8d7aba70793" providerId="ADAL" clId="{CED2DCC3-5E35-4600-B18F-0CE199DA57C9}" dt="2025-03-24T12:47:30.407" v="2751" actId="20577"/>
          <ac:spMkLst>
            <pc:docMk/>
            <pc:sldMk cId="2431319105" sldId="277"/>
            <ac:spMk id="3" creationId="{E0CAD113-F62D-BC9D-F793-AD3ABA15B4AB}"/>
          </ac:spMkLst>
        </pc:spChg>
        <pc:spChg chg="add del mod">
          <ac:chgData name="Richard Mccreadie" userId="c13d50ac-4dc6-4047-9f21-b8d7aba70793" providerId="ADAL" clId="{CED2DCC3-5E35-4600-B18F-0CE199DA57C9}" dt="2025-03-24T12:44:28.974" v="2230" actId="478"/>
          <ac:spMkLst>
            <pc:docMk/>
            <pc:sldMk cId="2431319105" sldId="277"/>
            <ac:spMk id="8" creationId="{963E375E-A175-2620-F60B-1064197CD417}"/>
          </ac:spMkLst>
        </pc:spChg>
        <pc:spChg chg="add mod">
          <ac:chgData name="Richard Mccreadie" userId="c13d50ac-4dc6-4047-9f21-b8d7aba70793" providerId="ADAL" clId="{CED2DCC3-5E35-4600-B18F-0CE199DA57C9}" dt="2025-03-24T12:44:26.510" v="2229" actId="14100"/>
          <ac:spMkLst>
            <pc:docMk/>
            <pc:sldMk cId="2431319105" sldId="277"/>
            <ac:spMk id="9" creationId="{952C0D20-96B6-3164-25AF-E36B35D951A2}"/>
          </ac:spMkLst>
        </pc:spChg>
        <pc:picChg chg="add del mod">
          <ac:chgData name="Richard Mccreadie" userId="c13d50ac-4dc6-4047-9f21-b8d7aba70793" providerId="ADAL" clId="{CED2DCC3-5E35-4600-B18F-0CE199DA57C9}" dt="2025-03-24T12:44:07.128" v="2221" actId="478"/>
          <ac:picMkLst>
            <pc:docMk/>
            <pc:sldMk cId="2431319105" sldId="277"/>
            <ac:picMk id="5" creationId="{1473005E-DFFC-FACC-40B4-2C76302860A8}"/>
          </ac:picMkLst>
        </pc:picChg>
        <pc:picChg chg="add del mod">
          <ac:chgData name="Richard Mccreadie" userId="c13d50ac-4dc6-4047-9f21-b8d7aba70793" providerId="ADAL" clId="{CED2DCC3-5E35-4600-B18F-0CE199DA57C9}" dt="2025-03-24T12:44:06.209" v="2220" actId="478"/>
          <ac:picMkLst>
            <pc:docMk/>
            <pc:sldMk cId="2431319105" sldId="277"/>
            <ac:picMk id="7" creationId="{1448CDBA-0F71-06CB-5C43-3A1BF2BF55CC}"/>
          </ac:picMkLst>
        </pc:picChg>
        <pc:picChg chg="add mod ord">
          <ac:chgData name="Richard Mccreadie" userId="c13d50ac-4dc6-4047-9f21-b8d7aba70793" providerId="ADAL" clId="{CED2DCC3-5E35-4600-B18F-0CE199DA57C9}" dt="2025-03-24T12:44:19.962" v="2227" actId="1076"/>
          <ac:picMkLst>
            <pc:docMk/>
            <pc:sldMk cId="2431319105" sldId="277"/>
            <ac:picMk id="11" creationId="{DFBA22E5-52A2-E3F1-843F-45AA9BDE095C}"/>
          </ac:picMkLst>
        </pc:picChg>
      </pc:sldChg>
      <pc:sldChg chg="add del">
        <pc:chgData name="Richard Mccreadie" userId="c13d50ac-4dc6-4047-9f21-b8d7aba70793" providerId="ADAL" clId="{CED2DCC3-5E35-4600-B18F-0CE199DA57C9}" dt="2025-03-24T12:18:26.413" v="37" actId="47"/>
        <pc:sldMkLst>
          <pc:docMk/>
          <pc:sldMk cId="2450759140" sldId="277"/>
        </pc:sldMkLst>
      </pc:sldChg>
      <pc:sldChg chg="add del">
        <pc:chgData name="Richard Mccreadie" userId="c13d50ac-4dc6-4047-9f21-b8d7aba70793" providerId="ADAL" clId="{CED2DCC3-5E35-4600-B18F-0CE199DA57C9}" dt="2025-03-24T12:18:26.413" v="37" actId="47"/>
        <pc:sldMkLst>
          <pc:docMk/>
          <pc:sldMk cId="107953707" sldId="278"/>
        </pc:sldMkLst>
      </pc:sldChg>
      <pc:sldChg chg="addSp modSp new mod">
        <pc:chgData name="Richard Mccreadie" userId="c13d50ac-4dc6-4047-9f21-b8d7aba70793" providerId="ADAL" clId="{CED2DCC3-5E35-4600-B18F-0CE199DA57C9}" dt="2025-03-24T12:50:39.394" v="3094" actId="20577"/>
        <pc:sldMkLst>
          <pc:docMk/>
          <pc:sldMk cId="517101230" sldId="278"/>
        </pc:sldMkLst>
        <pc:spChg chg="mod">
          <ac:chgData name="Richard Mccreadie" userId="c13d50ac-4dc6-4047-9f21-b8d7aba70793" providerId="ADAL" clId="{CED2DCC3-5E35-4600-B18F-0CE199DA57C9}" dt="2025-03-24T12:47:39.891" v="2764" actId="20577"/>
          <ac:spMkLst>
            <pc:docMk/>
            <pc:sldMk cId="517101230" sldId="278"/>
            <ac:spMk id="2" creationId="{F78DA126-4520-577B-AF5D-9D504F6F71E3}"/>
          </ac:spMkLst>
        </pc:spChg>
        <pc:spChg chg="mod ord">
          <ac:chgData name="Richard Mccreadie" userId="c13d50ac-4dc6-4047-9f21-b8d7aba70793" providerId="ADAL" clId="{CED2DCC3-5E35-4600-B18F-0CE199DA57C9}" dt="2025-03-24T12:50:39.394" v="3094" actId="20577"/>
          <ac:spMkLst>
            <pc:docMk/>
            <pc:sldMk cId="517101230" sldId="278"/>
            <ac:spMk id="3" creationId="{05954240-4B46-1CF7-0EF5-61D31CFC3A0E}"/>
          </ac:spMkLst>
        </pc:spChg>
        <pc:spChg chg="add mod">
          <ac:chgData name="Richard Mccreadie" userId="c13d50ac-4dc6-4047-9f21-b8d7aba70793" providerId="ADAL" clId="{CED2DCC3-5E35-4600-B18F-0CE199DA57C9}" dt="2025-03-24T12:49:32.048" v="2891" actId="14100"/>
          <ac:spMkLst>
            <pc:docMk/>
            <pc:sldMk cId="517101230" sldId="278"/>
            <ac:spMk id="6" creationId="{40E3F454-D92F-95C4-4958-1E5AA6C65556}"/>
          </ac:spMkLst>
        </pc:spChg>
        <pc:picChg chg="add mod">
          <ac:chgData name="Richard Mccreadie" userId="c13d50ac-4dc6-4047-9f21-b8d7aba70793" providerId="ADAL" clId="{CED2DCC3-5E35-4600-B18F-0CE199DA57C9}" dt="2025-03-24T12:48:18.470" v="2769" actId="14100"/>
          <ac:picMkLst>
            <pc:docMk/>
            <pc:sldMk cId="517101230" sldId="278"/>
            <ac:picMk id="5" creationId="{04D8A580-A74F-A1C9-A240-3DD66FC372A9}"/>
          </ac:picMkLst>
        </pc:picChg>
      </pc:sldChg>
      <pc:sldChg chg="add del">
        <pc:chgData name="Richard Mccreadie" userId="c13d50ac-4dc6-4047-9f21-b8d7aba70793" providerId="ADAL" clId="{CED2DCC3-5E35-4600-B18F-0CE199DA57C9}" dt="2025-03-24T12:18:26.413" v="37" actId="47"/>
        <pc:sldMkLst>
          <pc:docMk/>
          <pc:sldMk cId="1635401098" sldId="279"/>
        </pc:sldMkLst>
      </pc:sldChg>
      <pc:sldChg chg="add del">
        <pc:chgData name="Richard Mccreadie" userId="c13d50ac-4dc6-4047-9f21-b8d7aba70793" providerId="ADAL" clId="{CED2DCC3-5E35-4600-B18F-0CE199DA57C9}" dt="2025-03-24T12:18:26.413" v="37" actId="47"/>
        <pc:sldMkLst>
          <pc:docMk/>
          <pc:sldMk cId="809013279" sldId="280"/>
        </pc:sldMkLst>
      </pc:sldChg>
      <pc:sldChg chg="add del">
        <pc:chgData name="Richard Mccreadie" userId="c13d50ac-4dc6-4047-9f21-b8d7aba70793" providerId="ADAL" clId="{CED2DCC3-5E35-4600-B18F-0CE199DA57C9}" dt="2025-03-24T12:18:26.413" v="37" actId="47"/>
        <pc:sldMkLst>
          <pc:docMk/>
          <pc:sldMk cId="277139955" sldId="281"/>
        </pc:sldMkLst>
      </pc:sldChg>
      <pc:sldChg chg="add del">
        <pc:chgData name="Richard Mccreadie" userId="c13d50ac-4dc6-4047-9f21-b8d7aba70793" providerId="ADAL" clId="{CED2DCC3-5E35-4600-B18F-0CE199DA57C9}" dt="2025-03-24T12:18:26.413" v="37" actId="47"/>
        <pc:sldMkLst>
          <pc:docMk/>
          <pc:sldMk cId="444533712" sldId="282"/>
        </pc:sldMkLst>
      </pc:sldChg>
      <pc:sldChg chg="add del">
        <pc:chgData name="Richard Mccreadie" userId="c13d50ac-4dc6-4047-9f21-b8d7aba70793" providerId="ADAL" clId="{CED2DCC3-5E35-4600-B18F-0CE199DA57C9}" dt="2025-03-24T12:18:26.413" v="37" actId="47"/>
        <pc:sldMkLst>
          <pc:docMk/>
          <pc:sldMk cId="3105648835" sldId="283"/>
        </pc:sldMkLst>
      </pc:sldChg>
      <pc:sldChg chg="add del">
        <pc:chgData name="Richard Mccreadie" userId="c13d50ac-4dc6-4047-9f21-b8d7aba70793" providerId="ADAL" clId="{CED2DCC3-5E35-4600-B18F-0CE199DA57C9}" dt="2025-03-24T12:18:26.413" v="37" actId="47"/>
        <pc:sldMkLst>
          <pc:docMk/>
          <pc:sldMk cId="3814132829" sldId="284"/>
        </pc:sldMkLst>
      </pc:sldChg>
      <pc:sldChg chg="add del">
        <pc:chgData name="Richard Mccreadie" userId="c13d50ac-4dc6-4047-9f21-b8d7aba70793" providerId="ADAL" clId="{CED2DCC3-5E35-4600-B18F-0CE199DA57C9}" dt="2025-03-24T12:18:26.413" v="37" actId="47"/>
        <pc:sldMkLst>
          <pc:docMk/>
          <pc:sldMk cId="2124269623" sldId="54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295AE2-43AC-144B-AE88-DCB376799F11}" type="datetimeFigureOut">
              <a:rPr lang="en-US" smtClean="0"/>
              <a:t>3/23/2025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4E5BB-E6B0-B84A-ABCD-9A3E9C2D78CB}" type="slidenum">
              <a:rPr lang="en-US" smtClean="0"/>
              <a:t>‹#›</a:t>
            </a:fld>
            <a:endParaRPr lang="en-US"/>
          </a:p>
        </p:txBody>
      </p:sp>
    </p:spTree>
    <p:extLst>
      <p:ext uri="{BB962C8B-B14F-4D97-AF65-F5344CB8AC3E}">
        <p14:creationId xmlns:p14="http://schemas.microsoft.com/office/powerpoint/2010/main" val="2372742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1</a:t>
            </a:fld>
            <a:endParaRPr lang="en-US"/>
          </a:p>
        </p:txBody>
      </p:sp>
    </p:spTree>
    <p:extLst>
      <p:ext uri="{BB962C8B-B14F-4D97-AF65-F5344CB8AC3E}">
        <p14:creationId xmlns:p14="http://schemas.microsoft.com/office/powerpoint/2010/main" val="176595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4</a:t>
            </a:fld>
            <a:endParaRPr lang="en-US"/>
          </a:p>
        </p:txBody>
      </p:sp>
    </p:spTree>
    <p:extLst>
      <p:ext uri="{BB962C8B-B14F-4D97-AF65-F5344CB8AC3E}">
        <p14:creationId xmlns:p14="http://schemas.microsoft.com/office/powerpoint/2010/main" val="3953842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F24E5BB-E6B0-B84A-ABCD-9A3E9C2D78CB}" type="slidenum">
              <a:rPr lang="en-US" smtClean="0"/>
              <a:t>7</a:t>
            </a:fld>
            <a:endParaRPr lang="en-US"/>
          </a:p>
        </p:txBody>
      </p:sp>
    </p:spTree>
    <p:extLst>
      <p:ext uri="{BB962C8B-B14F-4D97-AF65-F5344CB8AC3E}">
        <p14:creationId xmlns:p14="http://schemas.microsoft.com/office/powerpoint/2010/main" val="1727494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BB4406-02B4-284F-84C5-A21F22E6BA49}"/>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p>
        </p:txBody>
      </p:sp>
      <p:sp>
        <p:nvSpPr>
          <p:cNvPr id="11" name="Content Placeholder 7">
            <a:extLst>
              <a:ext uri="{FF2B5EF4-FFF2-40B4-BE49-F238E27FC236}">
                <a16:creationId xmlns:a16="http://schemas.microsoft.com/office/drawing/2014/main" id="{5FEA054A-F191-E34B-8C26-BA11F3F0C090}"/>
              </a:ext>
            </a:extLst>
          </p:cNvPr>
          <p:cNvSpPr>
            <a:spLocks noGrp="1"/>
          </p:cNvSpPr>
          <p:nvPr>
            <p:ph sz="quarter" idx="13"/>
          </p:nvPr>
        </p:nvSpPr>
        <p:spPr>
          <a:xfrm>
            <a:off x="285750" y="1627188"/>
            <a:ext cx="11474450" cy="46069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768928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ual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838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itle 1">
            <a:extLst>
              <a:ext uri="{FF2B5EF4-FFF2-40B4-BE49-F238E27FC236}">
                <a16:creationId xmlns:a16="http://schemas.microsoft.com/office/drawing/2014/main" id="{3EE31514-F8EA-5D4E-B45D-65DD78DBE34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p>
        </p:txBody>
      </p:sp>
    </p:spTree>
    <p:extLst>
      <p:ext uri="{BB962C8B-B14F-4D97-AF65-F5344CB8AC3E}">
        <p14:creationId xmlns:p14="http://schemas.microsoft.com/office/powerpoint/2010/main" val="34125246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Title 1">
            <a:extLst>
              <a:ext uri="{FF2B5EF4-FFF2-40B4-BE49-F238E27FC236}">
                <a16:creationId xmlns:a16="http://schemas.microsoft.com/office/drawing/2014/main" id="{191D55F9-A3F2-1242-A5F3-5AAACC9DB3A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p>
        </p:txBody>
      </p:sp>
    </p:spTree>
    <p:extLst>
      <p:ext uri="{BB962C8B-B14F-4D97-AF65-F5344CB8AC3E}">
        <p14:creationId xmlns:p14="http://schemas.microsoft.com/office/powerpoint/2010/main" val="2249408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90418" y="1657926"/>
            <a:ext cx="6629400" cy="789709"/>
          </a:xfrm>
        </p:spPr>
        <p:txBody>
          <a:bodyPr anchor="t">
            <a:normAutofit/>
          </a:bodyPr>
          <a:lstStyle>
            <a:lvl1pPr algn="l">
              <a:defRPr sz="2800">
                <a:solidFill>
                  <a:schemeClr val="accent1">
                    <a:lumMod val="50000"/>
                  </a:schemeClr>
                </a:solidFill>
                <a:latin typeface="Arial" panose="020B0604020202020204" pitchFamily="34" charset="0"/>
                <a:cs typeface="Arial" panose="020B0604020202020204" pitchFamily="34" charset="0"/>
              </a:defRPr>
            </a:lvl1pPr>
          </a:lstStyle>
          <a:p>
            <a:r>
              <a:rPr lang="en-GB"/>
              <a:t>Click to edit Master title style</a:t>
            </a:r>
          </a:p>
        </p:txBody>
      </p:sp>
      <p:sp>
        <p:nvSpPr>
          <p:cNvPr id="3" name="Subtitle 2"/>
          <p:cNvSpPr>
            <a:spLocks noGrp="1"/>
          </p:cNvSpPr>
          <p:nvPr>
            <p:ph type="subTitle" idx="1"/>
          </p:nvPr>
        </p:nvSpPr>
        <p:spPr>
          <a:xfrm>
            <a:off x="690418" y="3015529"/>
            <a:ext cx="5680364" cy="623598"/>
          </a:xfrm>
        </p:spPr>
        <p:txBody>
          <a:bodyPr>
            <a:normAutofit/>
          </a:bodyPr>
          <a:lstStyle>
            <a:lvl1pPr marL="0" indent="0" algn="l">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Tree>
    <p:extLst>
      <p:ext uri="{BB962C8B-B14F-4D97-AF65-F5344CB8AC3E}">
        <p14:creationId xmlns:p14="http://schemas.microsoft.com/office/powerpoint/2010/main" val="11842734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97420DD-2415-454D-AA0F-DBDA719CBDF3}"/>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p>
        </p:txBody>
      </p:sp>
    </p:spTree>
    <p:extLst>
      <p:ext uri="{BB962C8B-B14F-4D97-AF65-F5344CB8AC3E}">
        <p14:creationId xmlns:p14="http://schemas.microsoft.com/office/powerpoint/2010/main" val="11012830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41680" y="2123676"/>
            <a:ext cx="4027169" cy="1600200"/>
          </a:xfrm>
        </p:spPr>
        <p:txBody>
          <a:bodyPr anchor="t">
            <a:normAutofit/>
          </a:bodyPr>
          <a:lstStyle>
            <a:lvl1pPr algn="l">
              <a:defRPr sz="2800"/>
            </a:lvl1pPr>
          </a:lstStyle>
          <a:p>
            <a:r>
              <a:rPr lang="en-GB"/>
              <a:t>Click to edit Master title style</a:t>
            </a:r>
          </a:p>
        </p:txBody>
      </p:sp>
      <p:sp>
        <p:nvSpPr>
          <p:cNvPr id="4" name="Text Placeholder 3"/>
          <p:cNvSpPr>
            <a:spLocks noGrp="1"/>
          </p:cNvSpPr>
          <p:nvPr>
            <p:ph type="body" sz="half" idx="2"/>
          </p:nvPr>
        </p:nvSpPr>
        <p:spPr>
          <a:xfrm>
            <a:off x="741680" y="3934224"/>
            <a:ext cx="4030345" cy="1934763"/>
          </a:xfrm>
        </p:spPr>
        <p:txBody>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3" name="Content Placeholder 2"/>
          <p:cNvSpPr>
            <a:spLocks noGrp="1"/>
          </p:cNvSpPr>
          <p:nvPr>
            <p:ph idx="1"/>
          </p:nvPr>
        </p:nvSpPr>
        <p:spPr>
          <a:xfrm>
            <a:off x="5183188" y="987425"/>
            <a:ext cx="6172200" cy="4873625"/>
          </a:xfrm>
        </p:spPr>
        <p:txBody>
          <a:bodyPr/>
          <a:lstStyle>
            <a:lvl1pPr>
              <a:defRPr sz="2400"/>
            </a:lvl1pPr>
            <a:lvl2pPr>
              <a:defRPr sz="24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3280398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A65B24-645B-1746-9651-55C209C5E25D}"/>
              </a:ext>
            </a:extLst>
          </p:cNvPr>
          <p:cNvSpPr/>
          <p:nvPr userDrawn="1"/>
        </p:nvSpPr>
        <p:spPr>
          <a:xfrm>
            <a:off x="0" y="0"/>
            <a:ext cx="12192000"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3810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511800" y="681037"/>
            <a:ext cx="5842000" cy="1009651"/>
          </a:xfrm>
          <a:prstGeom prst="rect">
            <a:avLst/>
          </a:prstGeom>
        </p:spPr>
        <p:txBody>
          <a:bodyPr vert="horz" lIns="91440" tIns="45720" rIns="91440" bIns="45720" rtlCol="0" anchor="t">
            <a:normAutofit/>
          </a:bodyPr>
          <a:lstStyle/>
          <a:p>
            <a:r>
              <a:rPr lang="en-GB"/>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624FB1-CB24-4B4C-BFD4-AD276D9A4059}" type="datetimeFigureOut">
              <a:rPr lang="en-GB" smtClean="0"/>
              <a:t>23/03/2025</a:t>
            </a:fld>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19F3F6-C255-4AC5-91C2-3F61B6509B36}" type="slidenum">
              <a:rPr lang="en-GB" smtClean="0"/>
              <a:t>‹#›</a:t>
            </a:fld>
            <a:endParaRPr lang="en-GB"/>
          </a:p>
        </p:txBody>
      </p:sp>
      <p:pic>
        <p:nvPicPr>
          <p:cNvPr id="9" name="Picture 8">
            <a:extLst>
              <a:ext uri="{FF2B5EF4-FFF2-40B4-BE49-F238E27FC236}">
                <a16:creationId xmlns:a16="http://schemas.microsoft.com/office/drawing/2014/main" id="{46262A0F-9E49-6B4D-94F3-647B33A25AE7}"/>
              </a:ext>
              <a:ext uri="{C183D7F6-B498-43B3-948B-1728B52AA6E4}">
                <adec:decorative xmlns:adec="http://schemas.microsoft.com/office/drawing/2017/decorative" val="1"/>
              </a:ext>
            </a:extLst>
          </p:cNvPr>
          <p:cNvPicPr>
            <a:picLocks noChangeAspect="1"/>
          </p:cNvPicPr>
          <p:nvPr userDrawn="1"/>
        </p:nvPicPr>
        <p:blipFill>
          <a:blip r:embed="rId9">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635699181"/>
      </p:ext>
    </p:extLst>
  </p:cSld>
  <p:clrMap bg1="lt1" tx1="dk1" bg2="lt2" tx2="dk2" accent1="accent1" accent2="accent2" accent3="accent3" accent4="accent4" accent5="accent5" accent6="accent6" hlink="hlink" folHlink="folHlink"/>
  <p:sldLayoutIdLst>
    <p:sldLayoutId id="2147483683" r:id="rId1"/>
    <p:sldLayoutId id="2147483652" r:id="rId2"/>
    <p:sldLayoutId id="2147483653" r:id="rId3"/>
    <p:sldLayoutId id="2147483649" r:id="rId4"/>
    <p:sldLayoutId id="2147483654" r:id="rId5"/>
    <p:sldLayoutId id="2147483656" r:id="rId6"/>
    <p:sldLayoutId id="2147483684" r:id="rId7"/>
  </p:sldLayoutIdLst>
  <p:txStyles>
    <p:titleStyle>
      <a:lvl1pPr algn="r" defTabSz="914400" rtl="0" eaLnBrk="1" latinLnBrk="0" hangingPunct="1">
        <a:lnSpc>
          <a:spcPct val="90000"/>
        </a:lnSpc>
        <a:spcBef>
          <a:spcPct val="0"/>
        </a:spcBef>
        <a:buNone/>
        <a:defRPr sz="2800" b="1" kern="1200">
          <a:solidFill>
            <a:schemeClr val="accent1">
              <a:lumMod val="50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e Gilbert Scott Building">
            <a:extLst>
              <a:ext uri="{FF2B5EF4-FFF2-40B4-BE49-F238E27FC236}">
                <a16:creationId xmlns:a16="http://schemas.microsoft.com/office/drawing/2014/main" id="{22AF5AD9-4A38-6FDC-338C-6BF49504A9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p:txBody>
          <a:bodyPr>
            <a:normAutofit/>
          </a:bodyPr>
          <a:lstStyle/>
          <a:p>
            <a:r>
              <a:rPr lang="en-GB" b="1" dirty="0"/>
              <a:t>W11-01: </a:t>
            </a:r>
            <a:r>
              <a:rPr lang="en-GB" b="0" dirty="0"/>
              <a:t>Answering Exam Questions</a:t>
            </a:r>
          </a:p>
        </p:txBody>
      </p:sp>
      <p:sp>
        <p:nvSpPr>
          <p:cNvPr id="3" name="Subtitle 2"/>
          <p:cNvSpPr>
            <a:spLocks noGrp="1"/>
          </p:cNvSpPr>
          <p:nvPr>
            <p:ph type="subTitle" idx="1"/>
          </p:nvPr>
        </p:nvSpPr>
        <p:spPr>
          <a:xfrm>
            <a:off x="690418" y="2576945"/>
            <a:ext cx="5680364" cy="1062182"/>
          </a:xfrm>
        </p:spPr>
        <p:txBody>
          <a:bodyPr>
            <a:normAutofit/>
          </a:bodyPr>
          <a:lstStyle/>
          <a:p>
            <a:r>
              <a:rPr lang="en-GB" sz="1600" dirty="0">
                <a:solidFill>
                  <a:schemeClr val="tx1"/>
                </a:solidFill>
              </a:rPr>
              <a:t>COMPSCI4064 (H) and COMPSCI5088 (M)</a:t>
            </a:r>
          </a:p>
          <a:p>
            <a:r>
              <a:rPr lang="en-GB" sz="1600" dirty="0" err="1">
                <a:solidFill>
                  <a:schemeClr val="tx1"/>
                </a:solidFill>
              </a:rPr>
              <a:t>Dr.</a:t>
            </a:r>
            <a:r>
              <a:rPr lang="en-GB" sz="1600" dirty="0">
                <a:solidFill>
                  <a:schemeClr val="tx1"/>
                </a:solidFill>
              </a:rPr>
              <a:t> Richard McCreadie</a:t>
            </a:r>
          </a:p>
        </p:txBody>
      </p:sp>
    </p:spTree>
    <p:extLst>
      <p:ext uri="{BB962C8B-B14F-4D97-AF65-F5344CB8AC3E}">
        <p14:creationId xmlns:p14="http://schemas.microsoft.com/office/powerpoint/2010/main" val="4244171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C590B-05D0-AF26-2EBA-E446DB1B9E44}"/>
              </a:ext>
            </a:extLst>
          </p:cNvPr>
          <p:cNvSpPr>
            <a:spLocks noGrp="1"/>
          </p:cNvSpPr>
          <p:nvPr>
            <p:ph type="title"/>
          </p:nvPr>
        </p:nvSpPr>
        <p:spPr/>
        <p:txBody>
          <a:bodyPr/>
          <a:lstStyle/>
          <a:p>
            <a:r>
              <a:rPr lang="en-GB" dirty="0"/>
              <a:t>Exam </a:t>
            </a:r>
            <a:r>
              <a:rPr lang="en-GB" dirty="0">
                <a:solidFill>
                  <a:schemeClr val="accent1"/>
                </a:solidFill>
              </a:rPr>
              <a:t>Basics</a:t>
            </a:r>
          </a:p>
        </p:txBody>
      </p:sp>
      <p:sp>
        <p:nvSpPr>
          <p:cNvPr id="3" name="Content Placeholder 2">
            <a:extLst>
              <a:ext uri="{FF2B5EF4-FFF2-40B4-BE49-F238E27FC236}">
                <a16:creationId xmlns:a16="http://schemas.microsoft.com/office/drawing/2014/main" id="{64A2E761-5469-0D3E-767C-4C72DA460020}"/>
              </a:ext>
            </a:extLst>
          </p:cNvPr>
          <p:cNvSpPr>
            <a:spLocks noGrp="1"/>
          </p:cNvSpPr>
          <p:nvPr>
            <p:ph sz="quarter" idx="13"/>
          </p:nvPr>
        </p:nvSpPr>
        <p:spPr/>
        <p:txBody>
          <a:bodyPr>
            <a:normAutofit fontScale="92500" lnSpcReduction="10000"/>
          </a:bodyPr>
          <a:lstStyle/>
          <a:p>
            <a:r>
              <a:rPr lang="en-GB" dirty="0"/>
              <a:t>We are evaluating what you (should) have </a:t>
            </a:r>
            <a:r>
              <a:rPr lang="en-GB" b="1" dirty="0">
                <a:solidFill>
                  <a:schemeClr val="accent1"/>
                </a:solidFill>
              </a:rPr>
              <a:t>learned from the course</a:t>
            </a:r>
          </a:p>
          <a:p>
            <a:pPr lvl="1"/>
            <a:r>
              <a:rPr lang="en-GB" dirty="0"/>
              <a:t>We only evaluate you on what we have </a:t>
            </a:r>
            <a:r>
              <a:rPr lang="en-GB" b="1" dirty="0">
                <a:solidFill>
                  <a:schemeClr val="accent1"/>
                </a:solidFill>
              </a:rPr>
              <a:t>taught</a:t>
            </a:r>
            <a:r>
              <a:rPr lang="en-GB" dirty="0"/>
              <a:t> (what is on or linked to from the Moodle)</a:t>
            </a:r>
          </a:p>
          <a:p>
            <a:pPr lvl="1"/>
            <a:r>
              <a:rPr lang="en-GB" dirty="0"/>
              <a:t>Course assessment planning considers the entire set of topics covered and we cannot assess everything, this means if we previously assessed something via exercise, it very likely will not turn up during the exam</a:t>
            </a:r>
          </a:p>
          <a:p>
            <a:pPr lvl="1"/>
            <a:endParaRPr lang="en-GB" dirty="0"/>
          </a:p>
          <a:p>
            <a:r>
              <a:rPr lang="en-GB" dirty="0"/>
              <a:t>Honors and Masters students have a slightly different exam</a:t>
            </a:r>
          </a:p>
          <a:p>
            <a:pPr lvl="1"/>
            <a:r>
              <a:rPr lang="en-GB" dirty="0"/>
              <a:t>The Masters one should be a little harder (as masters is a higher qualification)</a:t>
            </a:r>
          </a:p>
          <a:p>
            <a:pPr lvl="1"/>
            <a:r>
              <a:rPr lang="en-GB" dirty="0"/>
              <a:t>Both are </a:t>
            </a:r>
            <a:r>
              <a:rPr lang="en-GB" dirty="0">
                <a:solidFill>
                  <a:schemeClr val="accent1"/>
                </a:solidFill>
              </a:rPr>
              <a:t>60-mark exams</a:t>
            </a:r>
          </a:p>
          <a:p>
            <a:pPr lvl="1"/>
            <a:r>
              <a:rPr lang="en-GB" dirty="0"/>
              <a:t>You have </a:t>
            </a:r>
            <a:r>
              <a:rPr lang="en-GB" dirty="0">
                <a:solidFill>
                  <a:schemeClr val="accent1"/>
                </a:solidFill>
              </a:rPr>
              <a:t>1 hour 30 minutes </a:t>
            </a:r>
            <a:r>
              <a:rPr lang="en-GB" dirty="0"/>
              <a:t>(Fixed time Exam)</a:t>
            </a:r>
          </a:p>
          <a:p>
            <a:pPr lvl="2"/>
            <a:r>
              <a:rPr lang="en-GB" dirty="0"/>
              <a:t>(no additional submission time this year as its done via Moodle Quiz)</a:t>
            </a:r>
          </a:p>
          <a:p>
            <a:pPr lvl="1"/>
            <a:r>
              <a:rPr lang="en-GB" dirty="0"/>
              <a:t>Marking is declarative, i.e. there are valid answers and the markers check whether your answer matches (fully or partially)</a:t>
            </a:r>
          </a:p>
          <a:p>
            <a:pPr lvl="1"/>
            <a:endParaRPr lang="en-GB" dirty="0"/>
          </a:p>
        </p:txBody>
      </p:sp>
    </p:spTree>
    <p:extLst>
      <p:ext uri="{BB962C8B-B14F-4D97-AF65-F5344CB8AC3E}">
        <p14:creationId xmlns:p14="http://schemas.microsoft.com/office/powerpoint/2010/main" val="1930021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47354-55C5-7F26-F830-00D9F7945883}"/>
              </a:ext>
            </a:extLst>
          </p:cNvPr>
          <p:cNvSpPr>
            <a:spLocks noGrp="1"/>
          </p:cNvSpPr>
          <p:nvPr>
            <p:ph type="title"/>
          </p:nvPr>
        </p:nvSpPr>
        <p:spPr/>
        <p:txBody>
          <a:bodyPr/>
          <a:lstStyle/>
          <a:p>
            <a:r>
              <a:rPr lang="en-GB" dirty="0"/>
              <a:t>Question Format</a:t>
            </a:r>
          </a:p>
        </p:txBody>
      </p:sp>
      <p:sp>
        <p:nvSpPr>
          <p:cNvPr id="3" name="Content Placeholder 2">
            <a:extLst>
              <a:ext uri="{FF2B5EF4-FFF2-40B4-BE49-F238E27FC236}">
                <a16:creationId xmlns:a16="http://schemas.microsoft.com/office/drawing/2014/main" id="{4ABD0D74-31E1-65D7-912E-561BC31072E2}"/>
              </a:ext>
            </a:extLst>
          </p:cNvPr>
          <p:cNvSpPr>
            <a:spLocks noGrp="1"/>
          </p:cNvSpPr>
          <p:nvPr>
            <p:ph sz="quarter" idx="13"/>
          </p:nvPr>
        </p:nvSpPr>
        <p:spPr>
          <a:xfrm>
            <a:off x="285750" y="1627188"/>
            <a:ext cx="5393155" cy="4606925"/>
          </a:xfrm>
        </p:spPr>
        <p:txBody>
          <a:bodyPr>
            <a:normAutofit fontScale="92500" lnSpcReduction="10000"/>
          </a:bodyPr>
          <a:lstStyle/>
          <a:p>
            <a:r>
              <a:rPr lang="en-GB" dirty="0"/>
              <a:t>Questions are divided into three components</a:t>
            </a:r>
          </a:p>
          <a:p>
            <a:pPr lvl="1"/>
            <a:r>
              <a:rPr lang="en-GB" b="1" dirty="0">
                <a:solidFill>
                  <a:schemeClr val="accent1"/>
                </a:solidFill>
              </a:rPr>
              <a:t>Context</a:t>
            </a:r>
            <a:r>
              <a:rPr lang="en-GB" dirty="0"/>
              <a:t>: This provides some background information about the scenario that the question should be answered in relation to</a:t>
            </a:r>
          </a:p>
          <a:p>
            <a:pPr lvl="1"/>
            <a:r>
              <a:rPr lang="en-GB" b="1" dirty="0">
                <a:solidFill>
                  <a:schemeClr val="accent1"/>
                </a:solidFill>
              </a:rPr>
              <a:t>Question</a:t>
            </a:r>
            <a:r>
              <a:rPr lang="en-GB" dirty="0"/>
              <a:t>: The question you should directly answer.</a:t>
            </a:r>
          </a:p>
          <a:p>
            <a:pPr lvl="1"/>
            <a:r>
              <a:rPr lang="en-GB" b="1" dirty="0">
                <a:solidFill>
                  <a:schemeClr val="accent1"/>
                </a:solidFill>
              </a:rPr>
              <a:t>Guidance</a:t>
            </a:r>
            <a:r>
              <a:rPr lang="en-GB" dirty="0"/>
              <a:t>: How the marks are awarded for the question.</a:t>
            </a:r>
          </a:p>
          <a:p>
            <a:pPr lvl="1"/>
            <a:endParaRPr lang="en-GB" dirty="0"/>
          </a:p>
          <a:p>
            <a:r>
              <a:rPr lang="en-GB" dirty="0"/>
              <a:t>Context caries over between sub-questions of each major question</a:t>
            </a:r>
          </a:p>
          <a:p>
            <a:pPr lvl="1"/>
            <a:r>
              <a:rPr lang="en-GB" dirty="0"/>
              <a:t>So the context for 1. (a) may be relevant for 1. (b), but not for 2. (a) </a:t>
            </a:r>
          </a:p>
        </p:txBody>
      </p:sp>
      <p:pic>
        <p:nvPicPr>
          <p:cNvPr id="5" name="Picture 4">
            <a:extLst>
              <a:ext uri="{FF2B5EF4-FFF2-40B4-BE49-F238E27FC236}">
                <a16:creationId xmlns:a16="http://schemas.microsoft.com/office/drawing/2014/main" id="{F621D744-5A15-771F-D078-23B0389B1B1B}"/>
              </a:ext>
            </a:extLst>
          </p:cNvPr>
          <p:cNvPicPr>
            <a:picLocks noChangeAspect="1"/>
          </p:cNvPicPr>
          <p:nvPr/>
        </p:nvPicPr>
        <p:blipFill>
          <a:blip r:embed="rId2"/>
          <a:stretch>
            <a:fillRect/>
          </a:stretch>
        </p:blipFill>
        <p:spPr>
          <a:xfrm>
            <a:off x="5781675" y="1558276"/>
            <a:ext cx="6124575" cy="3419475"/>
          </a:xfrm>
          <a:prstGeom prst="rect">
            <a:avLst/>
          </a:prstGeom>
        </p:spPr>
      </p:pic>
    </p:spTree>
    <p:extLst>
      <p:ext uri="{BB962C8B-B14F-4D97-AF65-F5344CB8AC3E}">
        <p14:creationId xmlns:p14="http://schemas.microsoft.com/office/powerpoint/2010/main" val="28507634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01B91-5465-0EE4-385B-935F0889CA66}"/>
              </a:ext>
            </a:extLst>
          </p:cNvPr>
          <p:cNvSpPr>
            <a:spLocks noGrp="1"/>
          </p:cNvSpPr>
          <p:nvPr>
            <p:ph type="title"/>
          </p:nvPr>
        </p:nvSpPr>
        <p:spPr/>
        <p:txBody>
          <a:bodyPr/>
          <a:lstStyle/>
          <a:p>
            <a:r>
              <a:rPr lang="en-GB" dirty="0"/>
              <a:t>Question Types</a:t>
            </a:r>
          </a:p>
        </p:txBody>
      </p:sp>
      <p:sp>
        <p:nvSpPr>
          <p:cNvPr id="3" name="Content Placeholder 2">
            <a:extLst>
              <a:ext uri="{FF2B5EF4-FFF2-40B4-BE49-F238E27FC236}">
                <a16:creationId xmlns:a16="http://schemas.microsoft.com/office/drawing/2014/main" id="{C7C5C02B-40FF-5569-D62F-134A8447352E}"/>
              </a:ext>
            </a:extLst>
          </p:cNvPr>
          <p:cNvSpPr>
            <a:spLocks noGrp="1"/>
          </p:cNvSpPr>
          <p:nvPr>
            <p:ph sz="quarter" idx="13"/>
          </p:nvPr>
        </p:nvSpPr>
        <p:spPr/>
        <p:txBody>
          <a:bodyPr/>
          <a:lstStyle/>
          <a:p>
            <a:r>
              <a:rPr lang="en-GB" dirty="0"/>
              <a:t>Be aware of the </a:t>
            </a:r>
            <a:r>
              <a:rPr lang="en-GB" b="1" dirty="0">
                <a:solidFill>
                  <a:schemeClr val="accent1"/>
                </a:solidFill>
              </a:rPr>
              <a:t>language</a:t>
            </a:r>
            <a:r>
              <a:rPr lang="en-GB" dirty="0"/>
              <a:t> used in the ‘</a:t>
            </a:r>
            <a:r>
              <a:rPr lang="en-GB" b="1" dirty="0">
                <a:solidFill>
                  <a:schemeClr val="accent1"/>
                </a:solidFill>
              </a:rPr>
              <a:t>Question’</a:t>
            </a:r>
            <a:r>
              <a:rPr lang="en-GB" dirty="0"/>
              <a:t> block</a:t>
            </a:r>
          </a:p>
          <a:p>
            <a:pPr lvl="1"/>
            <a:r>
              <a:rPr lang="en-GB" b="1" dirty="0">
                <a:solidFill>
                  <a:schemeClr val="accent1"/>
                </a:solidFill>
              </a:rPr>
              <a:t>Discuss…, Describe…: </a:t>
            </a:r>
            <a:r>
              <a:rPr lang="en-GB" dirty="0"/>
              <a:t>For these types of questions you are expected to write a short paragraph. A good rule of thumb is take the number of marks for the question and divide by 2, that is approximately the number of sentences to write.</a:t>
            </a:r>
          </a:p>
          <a:p>
            <a:pPr lvl="1"/>
            <a:r>
              <a:rPr lang="en-GB" b="1" dirty="0">
                <a:solidFill>
                  <a:schemeClr val="accent1"/>
                </a:solidFill>
              </a:rPr>
              <a:t>Lists…</a:t>
            </a:r>
            <a:r>
              <a:rPr lang="en-GB" dirty="0"/>
              <a:t>: Other types of questions can usually be answered using a bullet-point list of some short, check the guidance statement to see if there is a clear ‘X points are expected’ statement, if so write one bullet per point. </a:t>
            </a:r>
          </a:p>
        </p:txBody>
      </p:sp>
    </p:spTree>
    <p:extLst>
      <p:ext uri="{BB962C8B-B14F-4D97-AF65-F5344CB8AC3E}">
        <p14:creationId xmlns:p14="http://schemas.microsoft.com/office/powerpoint/2010/main" val="34245037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FBA22E5-52A2-E3F1-843F-45AA9BDE095C}"/>
              </a:ext>
            </a:extLst>
          </p:cNvPr>
          <p:cNvPicPr>
            <a:picLocks noChangeAspect="1"/>
          </p:cNvPicPr>
          <p:nvPr/>
        </p:nvPicPr>
        <p:blipFill>
          <a:blip r:embed="rId2"/>
          <a:stretch>
            <a:fillRect/>
          </a:stretch>
        </p:blipFill>
        <p:spPr>
          <a:xfrm>
            <a:off x="5605693" y="1281495"/>
            <a:ext cx="6300557" cy="3705190"/>
          </a:xfrm>
          <a:prstGeom prst="rect">
            <a:avLst/>
          </a:prstGeom>
        </p:spPr>
      </p:pic>
      <p:sp>
        <p:nvSpPr>
          <p:cNvPr id="2" name="Title 1">
            <a:extLst>
              <a:ext uri="{FF2B5EF4-FFF2-40B4-BE49-F238E27FC236}">
                <a16:creationId xmlns:a16="http://schemas.microsoft.com/office/drawing/2014/main" id="{5255BA1D-5B6D-2EE7-6C8D-C66E103353B2}"/>
              </a:ext>
            </a:extLst>
          </p:cNvPr>
          <p:cNvSpPr>
            <a:spLocks noGrp="1"/>
          </p:cNvSpPr>
          <p:nvPr>
            <p:ph type="title"/>
          </p:nvPr>
        </p:nvSpPr>
        <p:spPr/>
        <p:txBody>
          <a:bodyPr/>
          <a:lstStyle/>
          <a:p>
            <a:r>
              <a:rPr lang="en-GB" dirty="0"/>
              <a:t>Describe Example</a:t>
            </a:r>
          </a:p>
        </p:txBody>
      </p:sp>
      <p:sp>
        <p:nvSpPr>
          <p:cNvPr id="3" name="Content Placeholder 2">
            <a:extLst>
              <a:ext uri="{FF2B5EF4-FFF2-40B4-BE49-F238E27FC236}">
                <a16:creationId xmlns:a16="http://schemas.microsoft.com/office/drawing/2014/main" id="{E0CAD113-F62D-BC9D-F793-AD3ABA15B4AB}"/>
              </a:ext>
            </a:extLst>
          </p:cNvPr>
          <p:cNvSpPr>
            <a:spLocks noGrp="1"/>
          </p:cNvSpPr>
          <p:nvPr>
            <p:ph sz="quarter" idx="13"/>
          </p:nvPr>
        </p:nvSpPr>
        <p:spPr>
          <a:xfrm>
            <a:off x="285750" y="1627188"/>
            <a:ext cx="4814284" cy="4606925"/>
          </a:xfrm>
        </p:spPr>
        <p:txBody>
          <a:bodyPr/>
          <a:lstStyle/>
          <a:p>
            <a:r>
              <a:rPr lang="en-GB" dirty="0"/>
              <a:t>For describe type questions, we are looking for your answer to cover particular points</a:t>
            </a:r>
          </a:p>
          <a:p>
            <a:pPr lvl="1"/>
            <a:r>
              <a:rPr lang="en-GB" dirty="0"/>
              <a:t>See how there are [X Mark] statements in the answer</a:t>
            </a:r>
          </a:p>
          <a:p>
            <a:pPr lvl="1"/>
            <a:r>
              <a:rPr lang="en-GB" dirty="0"/>
              <a:t>The answer scripts are what the markers are given</a:t>
            </a:r>
          </a:p>
          <a:p>
            <a:pPr lvl="1"/>
            <a:endParaRPr lang="en-GB" dirty="0"/>
          </a:p>
          <a:p>
            <a:r>
              <a:rPr lang="en-GB" dirty="0"/>
              <a:t>Markers are seeing if what you wrote matches closely enough to the correct answer to award the mark </a:t>
            </a:r>
          </a:p>
        </p:txBody>
      </p:sp>
      <p:sp>
        <p:nvSpPr>
          <p:cNvPr id="9" name="Rectangle: Rounded Corners 8">
            <a:extLst>
              <a:ext uri="{FF2B5EF4-FFF2-40B4-BE49-F238E27FC236}">
                <a16:creationId xmlns:a16="http://schemas.microsoft.com/office/drawing/2014/main" id="{952C0D20-96B6-3164-25AF-E36B35D951A2}"/>
              </a:ext>
            </a:extLst>
          </p:cNvPr>
          <p:cNvSpPr/>
          <p:nvPr/>
        </p:nvSpPr>
        <p:spPr>
          <a:xfrm>
            <a:off x="6632434" y="1752024"/>
            <a:ext cx="609347" cy="220915"/>
          </a:xfrm>
          <a:prstGeom prst="roundRect">
            <a:avLst/>
          </a:prstGeom>
          <a:noFill/>
          <a:ln w="25400"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GB"/>
          </a:p>
        </p:txBody>
      </p:sp>
    </p:spTree>
    <p:extLst>
      <p:ext uri="{BB962C8B-B14F-4D97-AF65-F5344CB8AC3E}">
        <p14:creationId xmlns:p14="http://schemas.microsoft.com/office/powerpoint/2010/main" val="243131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DA126-4520-577B-AF5D-9D504F6F71E3}"/>
              </a:ext>
            </a:extLst>
          </p:cNvPr>
          <p:cNvSpPr>
            <a:spLocks noGrp="1"/>
          </p:cNvSpPr>
          <p:nvPr>
            <p:ph type="title"/>
          </p:nvPr>
        </p:nvSpPr>
        <p:spPr/>
        <p:txBody>
          <a:bodyPr/>
          <a:lstStyle/>
          <a:p>
            <a:r>
              <a:rPr lang="en-GB" dirty="0"/>
              <a:t>List Example</a:t>
            </a:r>
          </a:p>
        </p:txBody>
      </p:sp>
      <p:pic>
        <p:nvPicPr>
          <p:cNvPr id="5" name="Picture 4">
            <a:extLst>
              <a:ext uri="{FF2B5EF4-FFF2-40B4-BE49-F238E27FC236}">
                <a16:creationId xmlns:a16="http://schemas.microsoft.com/office/drawing/2014/main" id="{04D8A580-A74F-A1C9-A240-3DD66FC372A9}"/>
              </a:ext>
            </a:extLst>
          </p:cNvPr>
          <p:cNvPicPr>
            <a:picLocks noChangeAspect="1"/>
          </p:cNvPicPr>
          <p:nvPr/>
        </p:nvPicPr>
        <p:blipFill>
          <a:blip r:embed="rId2"/>
          <a:stretch>
            <a:fillRect/>
          </a:stretch>
        </p:blipFill>
        <p:spPr>
          <a:xfrm>
            <a:off x="5359791" y="203316"/>
            <a:ext cx="6737498" cy="6654684"/>
          </a:xfrm>
          <a:prstGeom prst="rect">
            <a:avLst/>
          </a:prstGeom>
        </p:spPr>
      </p:pic>
      <p:sp>
        <p:nvSpPr>
          <p:cNvPr id="3" name="Content Placeholder 2">
            <a:extLst>
              <a:ext uri="{FF2B5EF4-FFF2-40B4-BE49-F238E27FC236}">
                <a16:creationId xmlns:a16="http://schemas.microsoft.com/office/drawing/2014/main" id="{05954240-4B46-1CF7-0EF5-61D31CFC3A0E}"/>
              </a:ext>
            </a:extLst>
          </p:cNvPr>
          <p:cNvSpPr>
            <a:spLocks noGrp="1"/>
          </p:cNvSpPr>
          <p:nvPr>
            <p:ph sz="quarter" idx="13"/>
          </p:nvPr>
        </p:nvSpPr>
        <p:spPr>
          <a:xfrm>
            <a:off x="285750" y="1627188"/>
            <a:ext cx="5467936" cy="4606925"/>
          </a:xfrm>
        </p:spPr>
        <p:txBody>
          <a:bodyPr/>
          <a:lstStyle/>
          <a:p>
            <a:r>
              <a:rPr lang="en-GB" dirty="0"/>
              <a:t>If you see ‘X… points are expected’, the question is probably expecting a list answer</a:t>
            </a:r>
          </a:p>
          <a:p>
            <a:pPr lvl="1"/>
            <a:r>
              <a:rPr lang="en-GB" dirty="0"/>
              <a:t>You can be shorter in the writing for these</a:t>
            </a:r>
          </a:p>
          <a:p>
            <a:pPr lvl="1"/>
            <a:r>
              <a:rPr lang="en-GB" dirty="0"/>
              <a:t>Often there will be multiple marks per bullet</a:t>
            </a:r>
          </a:p>
          <a:p>
            <a:pPr lvl="1"/>
            <a:endParaRPr lang="en-GB" dirty="0"/>
          </a:p>
          <a:p>
            <a:r>
              <a:rPr lang="en-GB" dirty="0"/>
              <a:t>The markers are usually looking for a near match against the answer sheet for these</a:t>
            </a:r>
          </a:p>
        </p:txBody>
      </p:sp>
      <p:sp>
        <p:nvSpPr>
          <p:cNvPr id="6" name="Rectangle: Rounded Corners 5">
            <a:extLst>
              <a:ext uri="{FF2B5EF4-FFF2-40B4-BE49-F238E27FC236}">
                <a16:creationId xmlns:a16="http://schemas.microsoft.com/office/drawing/2014/main" id="{40E3F454-D92F-95C4-4958-1E5AA6C65556}"/>
              </a:ext>
            </a:extLst>
          </p:cNvPr>
          <p:cNvSpPr/>
          <p:nvPr/>
        </p:nvSpPr>
        <p:spPr>
          <a:xfrm>
            <a:off x="8911400" y="2061513"/>
            <a:ext cx="2047332" cy="220915"/>
          </a:xfrm>
          <a:prstGeom prst="roundRect">
            <a:avLst/>
          </a:prstGeom>
          <a:noFill/>
          <a:ln w="25400"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GB"/>
          </a:p>
        </p:txBody>
      </p:sp>
    </p:spTree>
    <p:extLst>
      <p:ext uri="{BB962C8B-B14F-4D97-AF65-F5344CB8AC3E}">
        <p14:creationId xmlns:p14="http://schemas.microsoft.com/office/powerpoint/2010/main" val="517101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University at sunset">
            <a:extLst>
              <a:ext uri="{FF2B5EF4-FFF2-40B4-BE49-F238E27FC236}">
                <a16:creationId xmlns:a16="http://schemas.microsoft.com/office/drawing/2014/main" id="{11FDCD37-95D4-D94F-8143-5384ADC6A6C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0" y="0"/>
            <a:ext cx="12192000" cy="6858000"/>
          </a:xfrm>
          <a:prstGeom prst="rect">
            <a:avLst/>
          </a:prstGeom>
        </p:spPr>
      </p:pic>
      <p:grpSp>
        <p:nvGrpSpPr>
          <p:cNvPr id="4" name="Group 3">
            <a:extLst>
              <a:ext uri="{FF2B5EF4-FFF2-40B4-BE49-F238E27FC236}">
                <a16:creationId xmlns:a16="http://schemas.microsoft.com/office/drawing/2014/main" id="{88F30531-16BE-1D4A-839A-4165196E56D1}"/>
              </a:ext>
              <a:ext uri="{C183D7F6-B498-43B3-948B-1728B52AA6E4}">
                <adec:decorative xmlns:adec="http://schemas.microsoft.com/office/drawing/2017/decorative" val="1"/>
              </a:ext>
            </a:extLst>
          </p:cNvPr>
          <p:cNvGrpSpPr/>
          <p:nvPr/>
        </p:nvGrpSpPr>
        <p:grpSpPr>
          <a:xfrm>
            <a:off x="8385228" y="5699322"/>
            <a:ext cx="3413095" cy="854153"/>
            <a:chOff x="5652120" y="4237877"/>
            <a:chExt cx="3413095" cy="854153"/>
          </a:xfrm>
        </p:grpSpPr>
        <p:sp>
          <p:nvSpPr>
            <p:cNvPr id="5" name="TextBox 4">
              <a:extLst>
                <a:ext uri="{FF2B5EF4-FFF2-40B4-BE49-F238E27FC236}">
                  <a16:creationId xmlns:a16="http://schemas.microsoft.com/office/drawing/2014/main" id="{FF2BC779-2AC3-3641-A89B-2FE2861B804B}"/>
                </a:ext>
              </a:extLst>
            </p:cNvPr>
            <p:cNvSpPr txBox="1"/>
            <p:nvPr/>
          </p:nvSpPr>
          <p:spPr>
            <a:xfrm>
              <a:off x="5652120" y="4237877"/>
              <a:ext cx="3413095" cy="461665"/>
            </a:xfrm>
            <a:prstGeom prst="rect">
              <a:avLst/>
            </a:prstGeom>
            <a:noFill/>
            <a:effectLst>
              <a:outerShdw blurRad="1270000" dist="50800" dir="5400000" sx="200000" sy="200000" algn="ctr" rotWithShape="0">
                <a:schemeClr val="tx1"/>
              </a:outerShdw>
            </a:effectLst>
          </p:spPr>
          <p:txBody>
            <a:bodyPr wrap="square" rtlCol="0">
              <a:spAutoFit/>
            </a:bodyPr>
            <a:lstStyle/>
            <a:p>
              <a:pPr algn="r"/>
              <a:r>
                <a:rPr lang="en-US" sz="2400" b="1">
                  <a:solidFill>
                    <a:schemeClr val="bg1"/>
                  </a:solidFill>
                  <a:latin typeface="Arial" panose="020B0604020202020204" pitchFamily="34" charset="0"/>
                  <a:cs typeface="Arial" panose="020B0604020202020204" pitchFamily="34" charset="0"/>
                </a:rPr>
                <a:t>#</a:t>
              </a:r>
              <a:r>
                <a:rPr lang="en-US" sz="2400" b="1" err="1">
                  <a:solidFill>
                    <a:schemeClr val="bg1"/>
                  </a:solidFill>
                  <a:latin typeface="Arial" panose="020B0604020202020204" pitchFamily="34" charset="0"/>
                  <a:cs typeface="Arial" panose="020B0604020202020204" pitchFamily="34" charset="0"/>
                </a:rPr>
                <a:t>UofGWorldChangers</a:t>
              </a:r>
              <a:endParaRPr lang="en-US" sz="2400" b="1">
                <a:solidFill>
                  <a:schemeClr val="bg1"/>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D6B7AFC7-4175-6442-9F4D-48AB39DA3335}"/>
                </a:ext>
              </a:extLst>
            </p:cNvPr>
            <p:cNvSpPr txBox="1"/>
            <p:nvPr/>
          </p:nvSpPr>
          <p:spPr>
            <a:xfrm>
              <a:off x="6365423" y="4630365"/>
              <a:ext cx="2699792" cy="461665"/>
            </a:xfrm>
            <a:prstGeom prst="rect">
              <a:avLst/>
            </a:prstGeom>
            <a:noFill/>
          </p:spPr>
          <p:txBody>
            <a:bodyPr wrap="square" rtlCol="0">
              <a:spAutoFit/>
            </a:bodyPr>
            <a:lstStyle/>
            <a:p>
              <a:pPr algn="r"/>
              <a:r>
                <a:rPr lang="en-US" sz="2400" b="1">
                  <a:solidFill>
                    <a:schemeClr val="bg1"/>
                  </a:solidFill>
                  <a:latin typeface="Arial" panose="020B0604020202020204" pitchFamily="34" charset="0"/>
                  <a:ea typeface="Arial" charset="0"/>
                  <a:cs typeface="Arial" panose="020B0604020202020204" pitchFamily="34" charset="0"/>
                </a:rPr>
                <a:t>@</a:t>
              </a:r>
              <a:r>
                <a:rPr lang="en-US" sz="2400" b="1" err="1">
                  <a:solidFill>
                    <a:schemeClr val="bg1"/>
                  </a:solidFill>
                  <a:latin typeface="Arial" panose="020B0604020202020204" pitchFamily="34" charset="0"/>
                  <a:ea typeface="Arial" charset="0"/>
                  <a:cs typeface="Arial" panose="020B0604020202020204" pitchFamily="34" charset="0"/>
                </a:rPr>
                <a:t>UofGlasgow</a:t>
              </a:r>
              <a:endParaRPr lang="en-US" sz="2400" b="1">
                <a:solidFill>
                  <a:schemeClr val="bg1"/>
                </a:solidFill>
                <a:latin typeface="Arial" panose="020B0604020202020204" pitchFamily="34" charset="0"/>
                <a:ea typeface="Arial" charset="0"/>
                <a:cs typeface="Arial" panose="020B0604020202020204" pitchFamily="34" charset="0"/>
              </a:endParaRPr>
            </a:p>
          </p:txBody>
        </p:sp>
        <p:grpSp>
          <p:nvGrpSpPr>
            <p:cNvPr id="7" name="Group 6">
              <a:extLst>
                <a:ext uri="{FF2B5EF4-FFF2-40B4-BE49-F238E27FC236}">
                  <a16:creationId xmlns:a16="http://schemas.microsoft.com/office/drawing/2014/main" id="{A6F23C76-7323-9246-828B-CE7B4F0B6ACB}"/>
                </a:ext>
              </a:extLst>
            </p:cNvPr>
            <p:cNvGrpSpPr/>
            <p:nvPr/>
          </p:nvGrpSpPr>
          <p:grpSpPr>
            <a:xfrm>
              <a:off x="5868144" y="4759697"/>
              <a:ext cx="870873" cy="246401"/>
              <a:chOff x="-704667" y="465075"/>
              <a:chExt cx="718929" cy="203410"/>
            </a:xfrm>
          </p:grpSpPr>
          <p:pic>
            <p:nvPicPr>
              <p:cNvPr id="8" name="Picture 7">
                <a:extLst>
                  <a:ext uri="{FF2B5EF4-FFF2-40B4-BE49-F238E27FC236}">
                    <a16:creationId xmlns:a16="http://schemas.microsoft.com/office/drawing/2014/main" id="{ADA074F8-3E2D-4044-BD93-0EE72365F60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68635" y="466885"/>
                <a:ext cx="242653" cy="201600"/>
              </a:xfrm>
              <a:prstGeom prst="rect">
                <a:avLst/>
              </a:prstGeom>
            </p:spPr>
          </p:pic>
          <p:pic>
            <p:nvPicPr>
              <p:cNvPr id="9" name="Picture 8">
                <a:extLst>
                  <a:ext uri="{FF2B5EF4-FFF2-40B4-BE49-F238E27FC236}">
                    <a16:creationId xmlns:a16="http://schemas.microsoft.com/office/drawing/2014/main" id="{EB162D4C-911F-884F-8B17-FF2DA1BA8129}"/>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87338" y="466885"/>
                <a:ext cx="201600" cy="201600"/>
              </a:xfrm>
              <a:prstGeom prst="rect">
                <a:avLst/>
              </a:prstGeom>
            </p:spPr>
          </p:pic>
          <p:pic>
            <p:nvPicPr>
              <p:cNvPr id="10" name="Picture 9">
                <a:extLst>
                  <a:ext uri="{FF2B5EF4-FFF2-40B4-BE49-F238E27FC236}">
                    <a16:creationId xmlns:a16="http://schemas.microsoft.com/office/drawing/2014/main" id="{A43EFC0B-FA40-FC40-8378-CA0BB8B802D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704667" y="465075"/>
                <a:ext cx="197388" cy="197388"/>
              </a:xfrm>
              <a:prstGeom prst="rect">
                <a:avLst/>
              </a:prstGeom>
            </p:spPr>
          </p:pic>
        </p:grpSp>
      </p:grpSp>
      <p:sp>
        <p:nvSpPr>
          <p:cNvPr id="2" name="Title 1">
            <a:extLst>
              <a:ext uri="{FF2B5EF4-FFF2-40B4-BE49-F238E27FC236}">
                <a16:creationId xmlns:a16="http://schemas.microsoft.com/office/drawing/2014/main" id="{7175F20C-468E-F742-9149-B8A5FEBC2911}"/>
              </a:ext>
            </a:extLst>
          </p:cNvPr>
          <p:cNvSpPr>
            <a:spLocks noGrp="1"/>
          </p:cNvSpPr>
          <p:nvPr>
            <p:ph type="title" idx="4294967295"/>
          </p:nvPr>
        </p:nvSpPr>
        <p:spPr>
          <a:xfrm>
            <a:off x="645885" y="1889351"/>
            <a:ext cx="6858241" cy="1931535"/>
          </a:xfrm>
        </p:spPr>
        <p:txBody>
          <a:bodyPr>
            <a:noAutofit/>
          </a:bodyPr>
          <a:lstStyle/>
          <a:p>
            <a:pPr algn="l"/>
            <a:r>
              <a:rPr lang="en-GB" b="0">
                <a:solidFill>
                  <a:schemeClr val="bg1"/>
                </a:solidFill>
              </a:rPr>
              <a:t>Course Coordinator</a:t>
            </a:r>
            <a:br>
              <a:rPr lang="en-GB">
                <a:solidFill>
                  <a:schemeClr val="bg1"/>
                </a:solidFill>
              </a:rPr>
            </a:br>
            <a:r>
              <a:rPr lang="en-GB" err="1">
                <a:solidFill>
                  <a:schemeClr val="bg1"/>
                </a:solidFill>
              </a:rPr>
              <a:t>Dr.</a:t>
            </a:r>
            <a:r>
              <a:rPr lang="en-GB">
                <a:solidFill>
                  <a:schemeClr val="bg1"/>
                </a:solidFill>
              </a:rPr>
              <a:t> Richard McCreadie</a:t>
            </a:r>
            <a:br>
              <a:rPr lang="en-GB">
                <a:solidFill>
                  <a:schemeClr val="bg1"/>
                </a:solidFill>
              </a:rPr>
            </a:br>
            <a:br>
              <a:rPr lang="en-GB">
                <a:solidFill>
                  <a:schemeClr val="bg1"/>
                </a:solidFill>
              </a:rPr>
            </a:br>
            <a:r>
              <a:rPr lang="en-GB">
                <a:solidFill>
                  <a:schemeClr val="bg1"/>
                </a:solidFill>
              </a:rPr>
              <a:t>Email: </a:t>
            </a:r>
            <a:r>
              <a:rPr lang="en-GB" b="0">
                <a:solidFill>
                  <a:schemeClr val="bg1"/>
                </a:solidFill>
              </a:rPr>
              <a:t>richard.mccreadie@glasgow.ac.uk</a:t>
            </a:r>
            <a:br>
              <a:rPr lang="en-GB" b="0">
                <a:solidFill>
                  <a:schemeClr val="bg1"/>
                </a:solidFill>
              </a:rPr>
            </a:br>
            <a:r>
              <a:rPr lang="en-GB">
                <a:solidFill>
                  <a:schemeClr val="bg1"/>
                </a:solidFill>
              </a:rPr>
              <a:t>Room:</a:t>
            </a:r>
            <a:r>
              <a:rPr lang="en-GB" b="0">
                <a:solidFill>
                  <a:schemeClr val="bg1"/>
                </a:solidFill>
              </a:rPr>
              <a:t> SAWB 304</a:t>
            </a:r>
            <a:endParaRPr lang="en-US" b="0">
              <a:solidFill>
                <a:schemeClr val="bg1"/>
              </a:solidFill>
            </a:endParaRPr>
          </a:p>
        </p:txBody>
      </p:sp>
    </p:spTree>
    <p:extLst>
      <p:ext uri="{BB962C8B-B14F-4D97-AF65-F5344CB8AC3E}">
        <p14:creationId xmlns:p14="http://schemas.microsoft.com/office/powerpoint/2010/main" val="3006378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UofG colours">
      <a:dk1>
        <a:srgbClr val="003865"/>
      </a:dk1>
      <a:lt1>
        <a:srgbClr val="FFFFFE"/>
      </a:lt1>
      <a:dk2>
        <a:srgbClr val="000000"/>
      </a:dk2>
      <a:lt2>
        <a:srgbClr val="7D2238"/>
      </a:lt2>
      <a:accent1>
        <a:srgbClr val="0075B0"/>
      </a:accent1>
      <a:accent2>
        <a:srgbClr val="5B4D93"/>
      </a:accent2>
      <a:accent3>
        <a:srgbClr val="CF1C20"/>
      </a:accent3>
      <a:accent4>
        <a:srgbClr val="00833C"/>
      </a:accent4>
      <a:accent5>
        <a:srgbClr val="BE4D00"/>
      </a:accent5>
      <a:accent6>
        <a:srgbClr val="951271"/>
      </a:accent6>
      <a:hlink>
        <a:srgbClr val="584B3D"/>
      </a:hlink>
      <a:folHlink>
        <a:srgbClr val="0068A9"/>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61AF5F2-503D-2641-86A1-09AD8919EA9C}" vid="{A816E7D6-9491-074F-A4D5-6596497DAC1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10091</TotalTime>
  <Words>496</Words>
  <Application>Microsoft Office PowerPoint</Application>
  <PresentationFormat>Widescreen</PresentationFormat>
  <Paragraphs>44</Paragraphs>
  <Slides>7</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W11-01: Answering Exam Questions</vt:lpstr>
      <vt:lpstr>Exam Basics</vt:lpstr>
      <vt:lpstr>Question Format</vt:lpstr>
      <vt:lpstr>Question Types</vt:lpstr>
      <vt:lpstr>Describe Example</vt:lpstr>
      <vt:lpstr>List Example</vt:lpstr>
      <vt:lpstr>Course Coordinator Dr. Richard McCreadie  Email: richard.mccreadie@glasgow.ac.uk Room: SAWB 304</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Richard Mccreadie</dc:creator>
  <cp:keywords/>
  <dc:description/>
  <cp:lastModifiedBy>Richard Mccreadie</cp:lastModifiedBy>
  <cp:revision>26</cp:revision>
  <dcterms:created xsi:type="dcterms:W3CDTF">2021-01-06T14:22:07Z</dcterms:created>
  <dcterms:modified xsi:type="dcterms:W3CDTF">2025-03-24T12:50:44Z</dcterms:modified>
  <cp:category/>
</cp:coreProperties>
</file>